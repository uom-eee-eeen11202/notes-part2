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4D92A-69B0-4ED5-949C-BCEED9E812F5}" v="13" dt="2025-12-03T09:20:27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Casson" userId="53cffa54-f866-4b4c-8e51-0383f28edfe1" providerId="ADAL" clId="{6CFC2141-1B0A-45D5-9B60-96DCD45AC834}"/>
    <pc:docChg chg="custSel addSld modSld sldOrd">
      <pc:chgData name="Alex Casson" userId="53cffa54-f866-4b4c-8e51-0383f28edfe1" providerId="ADAL" clId="{6CFC2141-1B0A-45D5-9B60-96DCD45AC834}" dt="2025-12-03T09:48:43.387" v="221" actId="22"/>
      <pc:docMkLst>
        <pc:docMk/>
      </pc:docMkLst>
      <pc:sldChg chg="addSp delSp modSp new mod ord">
        <pc:chgData name="Alex Casson" userId="53cffa54-f866-4b4c-8e51-0383f28edfe1" providerId="ADAL" clId="{6CFC2141-1B0A-45D5-9B60-96DCD45AC834}" dt="2025-11-17T16:02:37.496" v="8" actId="14100"/>
        <pc:sldMkLst>
          <pc:docMk/>
          <pc:sldMk cId="2512259164" sldId="259"/>
        </pc:sldMkLst>
        <pc:spChg chg="add mod">
          <ac:chgData name="Alex Casson" userId="53cffa54-f866-4b4c-8e51-0383f28edfe1" providerId="ADAL" clId="{6CFC2141-1B0A-45D5-9B60-96DCD45AC834}" dt="2025-11-17T16:02:37.496" v="8" actId="14100"/>
          <ac:spMkLst>
            <pc:docMk/>
            <pc:sldMk cId="2512259164" sldId="259"/>
            <ac:spMk id="6" creationId="{320E8F30-1B8A-0B6C-9355-1BB1D837E895}"/>
          </ac:spMkLst>
        </pc:spChg>
        <pc:picChg chg="add">
          <ac:chgData name="Alex Casson" userId="53cffa54-f866-4b4c-8e51-0383f28edfe1" providerId="ADAL" clId="{6CFC2141-1B0A-45D5-9B60-96DCD45AC834}" dt="2025-11-17T16:02:17.950" v="3" actId="22"/>
          <ac:picMkLst>
            <pc:docMk/>
            <pc:sldMk cId="2512259164" sldId="259"/>
            <ac:picMk id="5" creationId="{33DD15CC-2043-EF58-D2C0-908A36FEB1E6}"/>
          </ac:picMkLst>
        </pc:picChg>
      </pc:sldChg>
      <pc:sldChg chg="addSp delSp modSp new mod">
        <pc:chgData name="Alex Casson" userId="53cffa54-f866-4b4c-8e51-0383f28edfe1" providerId="ADAL" clId="{6CFC2141-1B0A-45D5-9B60-96DCD45AC834}" dt="2025-11-17T16:16:49.187" v="110" actId="14100"/>
        <pc:sldMkLst>
          <pc:docMk/>
          <pc:sldMk cId="2342404083" sldId="260"/>
        </pc:sldMkLst>
        <pc:spChg chg="add mod">
          <ac:chgData name="Alex Casson" userId="53cffa54-f866-4b4c-8e51-0383f28edfe1" providerId="ADAL" clId="{6CFC2141-1B0A-45D5-9B60-96DCD45AC834}" dt="2025-11-17T16:15:21.145" v="15" actId="14100"/>
          <ac:spMkLst>
            <pc:docMk/>
            <pc:sldMk cId="2342404083" sldId="260"/>
            <ac:spMk id="6" creationId="{5004BAB1-6A47-58F9-295E-76BF4CCCB87D}"/>
          </ac:spMkLst>
        </pc:spChg>
        <pc:spChg chg="add mod">
          <ac:chgData name="Alex Casson" userId="53cffa54-f866-4b4c-8e51-0383f28edfe1" providerId="ADAL" clId="{6CFC2141-1B0A-45D5-9B60-96DCD45AC834}" dt="2025-11-17T16:15:39.387" v="19" actId="14100"/>
          <ac:spMkLst>
            <pc:docMk/>
            <pc:sldMk cId="2342404083" sldId="260"/>
            <ac:spMk id="7" creationId="{A0C0AF9E-96EB-6CCC-3B9B-0DE15F549580}"/>
          </ac:spMkLst>
        </pc:spChg>
        <pc:spChg chg="add mod">
          <ac:chgData name="Alex Casson" userId="53cffa54-f866-4b4c-8e51-0383f28edfe1" providerId="ADAL" clId="{6CFC2141-1B0A-45D5-9B60-96DCD45AC834}" dt="2025-11-17T16:16:07.398" v="24" actId="1076"/>
          <ac:spMkLst>
            <pc:docMk/>
            <pc:sldMk cId="2342404083" sldId="260"/>
            <ac:spMk id="9" creationId="{E0A4B3EC-BD77-D441-24CF-8374FA5762C2}"/>
          </ac:spMkLst>
        </pc:spChg>
        <pc:spChg chg="add mod">
          <ac:chgData name="Alex Casson" userId="53cffa54-f866-4b4c-8e51-0383f28edfe1" providerId="ADAL" clId="{6CFC2141-1B0A-45D5-9B60-96DCD45AC834}" dt="2025-11-17T16:16:49.187" v="110" actId="14100"/>
          <ac:spMkLst>
            <pc:docMk/>
            <pc:sldMk cId="2342404083" sldId="260"/>
            <ac:spMk id="10" creationId="{F38FC12B-3811-D71E-31FD-98AA94C05A14}"/>
          </ac:spMkLst>
        </pc:spChg>
        <pc:picChg chg="add">
          <ac:chgData name="Alex Casson" userId="53cffa54-f866-4b4c-8e51-0383f28edfe1" providerId="ADAL" clId="{6CFC2141-1B0A-45D5-9B60-96DCD45AC834}" dt="2025-11-17T16:15:01.901" v="12" actId="22"/>
          <ac:picMkLst>
            <pc:docMk/>
            <pc:sldMk cId="2342404083" sldId="260"/>
            <ac:picMk id="5" creationId="{619ECFE3-227B-35C2-1B7E-C927942C7D44}"/>
          </ac:picMkLst>
        </pc:picChg>
        <pc:cxnChg chg="add mod">
          <ac:chgData name="Alex Casson" userId="53cffa54-f866-4b4c-8e51-0383f28edfe1" providerId="ADAL" clId="{6CFC2141-1B0A-45D5-9B60-96DCD45AC834}" dt="2025-11-17T16:16:07.398" v="24" actId="1076"/>
          <ac:cxnSpMkLst>
            <pc:docMk/>
            <pc:sldMk cId="2342404083" sldId="260"/>
            <ac:cxnSpMk id="11" creationId="{E70B96CA-FB7A-3DB5-A5DC-59D3C965442A}"/>
          </ac:cxnSpMkLst>
        </pc:cxnChg>
      </pc:sldChg>
      <pc:sldChg chg="addSp delSp new mod">
        <pc:chgData name="Alex Casson" userId="53cffa54-f866-4b4c-8e51-0383f28edfe1" providerId="ADAL" clId="{6CFC2141-1B0A-45D5-9B60-96DCD45AC834}" dt="2025-11-17T16:47:47.105" v="114" actId="22"/>
        <pc:sldMkLst>
          <pc:docMk/>
          <pc:sldMk cId="546382178" sldId="261"/>
        </pc:sldMkLst>
        <pc:picChg chg="add">
          <ac:chgData name="Alex Casson" userId="53cffa54-f866-4b4c-8e51-0383f28edfe1" providerId="ADAL" clId="{6CFC2141-1B0A-45D5-9B60-96DCD45AC834}" dt="2025-11-17T16:47:47.105" v="114" actId="22"/>
          <ac:picMkLst>
            <pc:docMk/>
            <pc:sldMk cId="546382178" sldId="261"/>
            <ac:picMk id="5" creationId="{2C923B60-1CA2-0DBE-B883-C2F47D10AB89}"/>
          </ac:picMkLst>
        </pc:picChg>
      </pc:sldChg>
      <pc:sldChg chg="addSp delSp modSp new mod">
        <pc:chgData name="Alex Casson" userId="53cffa54-f866-4b4c-8e51-0383f28edfe1" providerId="ADAL" clId="{6CFC2141-1B0A-45D5-9B60-96DCD45AC834}" dt="2025-11-18T20:55:33.420" v="131" actId="14100"/>
        <pc:sldMkLst>
          <pc:docMk/>
          <pc:sldMk cId="2445504685" sldId="262"/>
        </pc:sldMkLst>
        <pc:spChg chg="add mod">
          <ac:chgData name="Alex Casson" userId="53cffa54-f866-4b4c-8e51-0383f28edfe1" providerId="ADAL" clId="{6CFC2141-1B0A-45D5-9B60-96DCD45AC834}" dt="2025-11-18T20:54:51.827" v="122" actId="14100"/>
          <ac:spMkLst>
            <pc:docMk/>
            <pc:sldMk cId="2445504685" sldId="262"/>
            <ac:spMk id="6" creationId="{5A32F099-718A-67EF-7C1C-F93D018B15A2}"/>
          </ac:spMkLst>
        </pc:spChg>
        <pc:spChg chg="add mod">
          <ac:chgData name="Alex Casson" userId="53cffa54-f866-4b4c-8e51-0383f28edfe1" providerId="ADAL" clId="{6CFC2141-1B0A-45D5-9B60-96DCD45AC834}" dt="2025-11-18T20:55:03.960" v="125" actId="14100"/>
          <ac:spMkLst>
            <pc:docMk/>
            <pc:sldMk cId="2445504685" sldId="262"/>
            <ac:spMk id="7" creationId="{2B4D3C46-9BE2-0390-6149-C7B4F0F9D813}"/>
          </ac:spMkLst>
        </pc:spChg>
        <pc:spChg chg="add mod">
          <ac:chgData name="Alex Casson" userId="53cffa54-f866-4b4c-8e51-0383f28edfe1" providerId="ADAL" clId="{6CFC2141-1B0A-45D5-9B60-96DCD45AC834}" dt="2025-11-18T20:55:17.092" v="128" actId="14100"/>
          <ac:spMkLst>
            <pc:docMk/>
            <pc:sldMk cId="2445504685" sldId="262"/>
            <ac:spMk id="8" creationId="{A2D490B9-382B-E95C-D50F-EBE37BAC526F}"/>
          </ac:spMkLst>
        </pc:spChg>
        <pc:spChg chg="add mod">
          <ac:chgData name="Alex Casson" userId="53cffa54-f866-4b4c-8e51-0383f28edfe1" providerId="ADAL" clId="{6CFC2141-1B0A-45D5-9B60-96DCD45AC834}" dt="2025-11-18T20:55:33.420" v="131" actId="14100"/>
          <ac:spMkLst>
            <pc:docMk/>
            <pc:sldMk cId="2445504685" sldId="262"/>
            <ac:spMk id="9" creationId="{5DE855C8-EAA2-BEC8-830B-FA62EA9F13A9}"/>
          </ac:spMkLst>
        </pc:spChg>
        <pc:picChg chg="add">
          <ac:chgData name="Alex Casson" userId="53cffa54-f866-4b4c-8e51-0383f28edfe1" providerId="ADAL" clId="{6CFC2141-1B0A-45D5-9B60-96DCD45AC834}" dt="2025-11-18T20:51:28.258" v="118" actId="22"/>
          <ac:picMkLst>
            <pc:docMk/>
            <pc:sldMk cId="2445504685" sldId="262"/>
            <ac:picMk id="5" creationId="{6244A595-1C28-101B-85BF-B53E15DC7179}"/>
          </ac:picMkLst>
        </pc:picChg>
      </pc:sldChg>
      <pc:sldChg chg="addSp delSp modSp new mod">
        <pc:chgData name="Alex Casson" userId="53cffa54-f866-4b4c-8e51-0383f28edfe1" providerId="ADAL" clId="{6CFC2141-1B0A-45D5-9B60-96DCD45AC834}" dt="2025-11-18T20:57:16.118" v="136"/>
        <pc:sldMkLst>
          <pc:docMk/>
          <pc:sldMk cId="1347173010" sldId="263"/>
        </pc:sldMkLst>
        <pc:spChg chg="add mod">
          <ac:chgData name="Alex Casson" userId="53cffa54-f866-4b4c-8e51-0383f28edfe1" providerId="ADAL" clId="{6CFC2141-1B0A-45D5-9B60-96DCD45AC834}" dt="2025-11-18T20:57:16.118" v="136"/>
          <ac:spMkLst>
            <pc:docMk/>
            <pc:sldMk cId="1347173010" sldId="263"/>
            <ac:spMk id="6" creationId="{516F22A5-B122-06B2-CB97-AE523D38CB51}"/>
          </ac:spMkLst>
        </pc:spChg>
        <pc:picChg chg="add">
          <ac:chgData name="Alex Casson" userId="53cffa54-f866-4b4c-8e51-0383f28edfe1" providerId="ADAL" clId="{6CFC2141-1B0A-45D5-9B60-96DCD45AC834}" dt="2025-11-18T20:57:11.333" v="135" actId="22"/>
          <ac:picMkLst>
            <pc:docMk/>
            <pc:sldMk cId="1347173010" sldId="263"/>
            <ac:picMk id="5" creationId="{F801F91D-4095-EFB8-26D7-7AFDF1477042}"/>
          </ac:picMkLst>
        </pc:picChg>
      </pc:sldChg>
      <pc:sldChg chg="addSp delSp modSp new mod">
        <pc:chgData name="Alex Casson" userId="53cffa54-f866-4b4c-8e51-0383f28edfe1" providerId="ADAL" clId="{6CFC2141-1B0A-45D5-9B60-96DCD45AC834}" dt="2025-11-20T20:21:25.726" v="144" actId="14100"/>
        <pc:sldMkLst>
          <pc:docMk/>
          <pc:sldMk cId="630378577" sldId="264"/>
        </pc:sldMkLst>
        <pc:spChg chg="add mod">
          <ac:chgData name="Alex Casson" userId="53cffa54-f866-4b4c-8e51-0383f28edfe1" providerId="ADAL" clId="{6CFC2141-1B0A-45D5-9B60-96DCD45AC834}" dt="2025-11-20T20:21:25.726" v="144" actId="14100"/>
          <ac:spMkLst>
            <pc:docMk/>
            <pc:sldMk cId="630378577" sldId="264"/>
            <ac:spMk id="6" creationId="{EC86F9EB-B7C4-09F7-7912-824EB010CB3E}"/>
          </ac:spMkLst>
        </pc:spChg>
        <pc:picChg chg="add">
          <ac:chgData name="Alex Casson" userId="53cffa54-f866-4b4c-8e51-0383f28edfe1" providerId="ADAL" clId="{6CFC2141-1B0A-45D5-9B60-96DCD45AC834}" dt="2025-11-20T20:20:43.275" v="140" actId="22"/>
          <ac:picMkLst>
            <pc:docMk/>
            <pc:sldMk cId="630378577" sldId="264"/>
            <ac:picMk id="5" creationId="{C3381357-ABC9-858B-A06D-A3FC472E53C4}"/>
          </ac:picMkLst>
        </pc:picChg>
      </pc:sldChg>
      <pc:sldChg chg="addSp delSp modSp new mod">
        <pc:chgData name="Alex Casson" userId="53cffa54-f866-4b4c-8e51-0383f28edfe1" providerId="ADAL" clId="{6CFC2141-1B0A-45D5-9B60-96DCD45AC834}" dt="2025-11-20T20:28:18.157" v="198" actId="1076"/>
        <pc:sldMkLst>
          <pc:docMk/>
          <pc:sldMk cId="3232102836" sldId="265"/>
        </pc:sldMkLst>
        <pc:spChg chg="add mod">
          <ac:chgData name="Alex Casson" userId="53cffa54-f866-4b4c-8e51-0383f28edfe1" providerId="ADAL" clId="{6CFC2141-1B0A-45D5-9B60-96DCD45AC834}" dt="2025-11-20T20:27:31.096" v="151" actId="14100"/>
          <ac:spMkLst>
            <pc:docMk/>
            <pc:sldMk cId="3232102836" sldId="265"/>
            <ac:spMk id="6" creationId="{AA6E6BF6-814D-9106-B9BE-A4AEE55FC0B3}"/>
          </ac:spMkLst>
        </pc:spChg>
        <pc:spChg chg="add mod">
          <ac:chgData name="Alex Casson" userId="53cffa54-f866-4b4c-8e51-0383f28edfe1" providerId="ADAL" clId="{6CFC2141-1B0A-45D5-9B60-96DCD45AC834}" dt="2025-11-20T20:27:38.189" v="154" actId="14100"/>
          <ac:spMkLst>
            <pc:docMk/>
            <pc:sldMk cId="3232102836" sldId="265"/>
            <ac:spMk id="7" creationId="{A6A3AF9B-D373-62F3-A535-7484642FA39A}"/>
          </ac:spMkLst>
        </pc:spChg>
        <pc:spChg chg="add mod">
          <ac:chgData name="Alex Casson" userId="53cffa54-f866-4b4c-8e51-0383f28edfe1" providerId="ADAL" clId="{6CFC2141-1B0A-45D5-9B60-96DCD45AC834}" dt="2025-11-20T20:27:53.258" v="158" actId="14100"/>
          <ac:spMkLst>
            <pc:docMk/>
            <pc:sldMk cId="3232102836" sldId="265"/>
            <ac:spMk id="8" creationId="{5B1B194C-07D7-8055-2D16-0AC38959C0CF}"/>
          </ac:spMkLst>
        </pc:spChg>
        <pc:spChg chg="add mod">
          <ac:chgData name="Alex Casson" userId="53cffa54-f866-4b4c-8e51-0383f28edfe1" providerId="ADAL" clId="{6CFC2141-1B0A-45D5-9B60-96DCD45AC834}" dt="2025-11-20T20:28:07.558" v="179" actId="1076"/>
          <ac:spMkLst>
            <pc:docMk/>
            <pc:sldMk cId="3232102836" sldId="265"/>
            <ac:spMk id="9" creationId="{085A1F90-4066-9569-1CE4-F8237598EEDD}"/>
          </ac:spMkLst>
        </pc:spChg>
        <pc:spChg chg="add mod">
          <ac:chgData name="Alex Casson" userId="53cffa54-f866-4b4c-8e51-0383f28edfe1" providerId="ADAL" clId="{6CFC2141-1B0A-45D5-9B60-96DCD45AC834}" dt="2025-11-20T20:28:18.157" v="198" actId="1076"/>
          <ac:spMkLst>
            <pc:docMk/>
            <pc:sldMk cId="3232102836" sldId="265"/>
            <ac:spMk id="10" creationId="{3CCA8B45-0E3C-D5BB-8032-33542ADBFF54}"/>
          </ac:spMkLst>
        </pc:spChg>
        <pc:picChg chg="add">
          <ac:chgData name="Alex Casson" userId="53cffa54-f866-4b4c-8e51-0383f28edfe1" providerId="ADAL" clId="{6CFC2141-1B0A-45D5-9B60-96DCD45AC834}" dt="2025-11-20T20:26:28.614" v="148" actId="22"/>
          <ac:picMkLst>
            <pc:docMk/>
            <pc:sldMk cId="3232102836" sldId="265"/>
            <ac:picMk id="5" creationId="{271C4D88-962B-B27E-4096-68DA3C8A9F3A}"/>
          </ac:picMkLst>
        </pc:picChg>
      </pc:sldChg>
      <pc:sldChg chg="addSp delSp modSp new mod">
        <pc:chgData name="Alex Casson" userId="53cffa54-f866-4b4c-8e51-0383f28edfe1" providerId="ADAL" clId="{6CFC2141-1B0A-45D5-9B60-96DCD45AC834}" dt="2025-11-20T20:38:35.795" v="206" actId="14100"/>
        <pc:sldMkLst>
          <pc:docMk/>
          <pc:sldMk cId="2446759160" sldId="266"/>
        </pc:sldMkLst>
        <pc:spChg chg="add mod">
          <ac:chgData name="Alex Casson" userId="53cffa54-f866-4b4c-8e51-0383f28edfe1" providerId="ADAL" clId="{6CFC2141-1B0A-45D5-9B60-96DCD45AC834}" dt="2025-11-20T20:38:35.795" v="206" actId="14100"/>
          <ac:spMkLst>
            <pc:docMk/>
            <pc:sldMk cId="2446759160" sldId="266"/>
            <ac:spMk id="6" creationId="{B4989424-24FC-F56C-B95A-B5978310E32B}"/>
          </ac:spMkLst>
        </pc:spChg>
        <pc:picChg chg="add">
          <ac:chgData name="Alex Casson" userId="53cffa54-f866-4b4c-8e51-0383f28edfe1" providerId="ADAL" clId="{6CFC2141-1B0A-45D5-9B60-96DCD45AC834}" dt="2025-11-20T20:38:11.287" v="202" actId="22"/>
          <ac:picMkLst>
            <pc:docMk/>
            <pc:sldMk cId="2446759160" sldId="266"/>
            <ac:picMk id="5" creationId="{F13740C8-6FE7-F756-4EF3-618A8393FC35}"/>
          </ac:picMkLst>
        </pc:picChg>
      </pc:sldChg>
      <pc:sldChg chg="addSp delSp modSp new mod ord">
        <pc:chgData name="Alex Casson" userId="53cffa54-f866-4b4c-8e51-0383f28edfe1" providerId="ADAL" clId="{6CFC2141-1B0A-45D5-9B60-96DCD45AC834}" dt="2025-12-03T09:20:36.806" v="216" actId="14100"/>
        <pc:sldMkLst>
          <pc:docMk/>
          <pc:sldMk cId="3419318905" sldId="267"/>
        </pc:sldMkLst>
        <pc:spChg chg="del">
          <ac:chgData name="Alex Casson" userId="53cffa54-f866-4b4c-8e51-0383f28edfe1" providerId="ADAL" clId="{6CFC2141-1B0A-45D5-9B60-96DCD45AC834}" dt="2025-12-03T09:20:07.657" v="209" actId="478"/>
          <ac:spMkLst>
            <pc:docMk/>
            <pc:sldMk cId="3419318905" sldId="267"/>
            <ac:spMk id="2" creationId="{275EAFAF-BF8B-09F1-347D-B2536E37D157}"/>
          </ac:spMkLst>
        </pc:spChg>
        <pc:spChg chg="del">
          <ac:chgData name="Alex Casson" userId="53cffa54-f866-4b4c-8e51-0383f28edfe1" providerId="ADAL" clId="{6CFC2141-1B0A-45D5-9B60-96DCD45AC834}" dt="2025-12-03T09:20:06.454" v="208" actId="478"/>
          <ac:spMkLst>
            <pc:docMk/>
            <pc:sldMk cId="3419318905" sldId="267"/>
            <ac:spMk id="3" creationId="{95EAC484-4577-EA04-823A-5223162189E5}"/>
          </ac:spMkLst>
        </pc:spChg>
        <pc:spChg chg="add mod">
          <ac:chgData name="Alex Casson" userId="53cffa54-f866-4b4c-8e51-0383f28edfe1" providerId="ADAL" clId="{6CFC2141-1B0A-45D5-9B60-96DCD45AC834}" dt="2025-12-03T09:20:36.806" v="216" actId="14100"/>
          <ac:spMkLst>
            <pc:docMk/>
            <pc:sldMk cId="3419318905" sldId="267"/>
            <ac:spMk id="6" creationId="{FD7CE4DC-7CD7-55F1-4615-5C715840C5CC}"/>
          </ac:spMkLst>
        </pc:spChg>
        <pc:picChg chg="add">
          <ac:chgData name="Alex Casson" userId="53cffa54-f866-4b4c-8e51-0383f28edfe1" providerId="ADAL" clId="{6CFC2141-1B0A-45D5-9B60-96DCD45AC834}" dt="2025-12-03T09:20:12.674" v="212" actId="22"/>
          <ac:picMkLst>
            <pc:docMk/>
            <pc:sldMk cId="3419318905" sldId="267"/>
            <ac:picMk id="5" creationId="{EE1CA0F7-D262-6C35-8DF7-458833251245}"/>
          </ac:picMkLst>
        </pc:picChg>
      </pc:sldChg>
      <pc:sldChg chg="new">
        <pc:chgData name="Alex Casson" userId="53cffa54-f866-4b4c-8e51-0383f28edfe1" providerId="ADAL" clId="{6CFC2141-1B0A-45D5-9B60-96DCD45AC834}" dt="2025-12-03T09:21:28.430" v="217" actId="680"/>
        <pc:sldMkLst>
          <pc:docMk/>
          <pc:sldMk cId="326291998" sldId="268"/>
        </pc:sldMkLst>
      </pc:sldChg>
      <pc:sldChg chg="addSp delSp new mod">
        <pc:chgData name="Alex Casson" userId="53cffa54-f866-4b4c-8e51-0383f28edfe1" providerId="ADAL" clId="{6CFC2141-1B0A-45D5-9B60-96DCD45AC834}" dt="2025-12-03T09:48:43.387" v="221" actId="22"/>
        <pc:sldMkLst>
          <pc:docMk/>
          <pc:sldMk cId="389197133" sldId="269"/>
        </pc:sldMkLst>
        <pc:spChg chg="del">
          <ac:chgData name="Alex Casson" userId="53cffa54-f866-4b4c-8e51-0383f28edfe1" providerId="ADAL" clId="{6CFC2141-1B0A-45D5-9B60-96DCD45AC834}" dt="2025-12-03T09:48:42.092" v="219" actId="478"/>
          <ac:spMkLst>
            <pc:docMk/>
            <pc:sldMk cId="389197133" sldId="269"/>
            <ac:spMk id="2" creationId="{A16771AE-0240-FBDB-3AE1-5557ACA41355}"/>
          </ac:spMkLst>
        </pc:spChg>
        <pc:spChg chg="del">
          <ac:chgData name="Alex Casson" userId="53cffa54-f866-4b4c-8e51-0383f28edfe1" providerId="ADAL" clId="{6CFC2141-1B0A-45D5-9B60-96DCD45AC834}" dt="2025-12-03T09:48:42.785" v="220" actId="478"/>
          <ac:spMkLst>
            <pc:docMk/>
            <pc:sldMk cId="389197133" sldId="269"/>
            <ac:spMk id="3" creationId="{4C733657-5F70-76AE-AF35-4250EC3166F5}"/>
          </ac:spMkLst>
        </pc:spChg>
        <pc:picChg chg="add">
          <ac:chgData name="Alex Casson" userId="53cffa54-f866-4b4c-8e51-0383f28edfe1" providerId="ADAL" clId="{6CFC2141-1B0A-45D5-9B60-96DCD45AC834}" dt="2025-12-03T09:48:43.387" v="221" actId="22"/>
          <ac:picMkLst>
            <pc:docMk/>
            <pc:sldMk cId="389197133" sldId="269"/>
            <ac:picMk id="5" creationId="{A296AC05-9F6B-FE78-D044-CF417F668B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385A-A74C-7962-6609-E3F0D2989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D272B-D0CD-E3A5-8749-A9BC49FB8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40FDF-1AE5-9623-BE98-A9CE872D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F3B46-48A6-845D-B396-08192F51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FA60D-3E68-F348-A7D7-4D65BB39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59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967E-BBAC-F9E8-F40B-DEEB8F6E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E7B6D-BCB7-51A1-B66F-27DCEDB88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274EA-AB7C-3FCF-36AD-59FAD58B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FBDAC-40E0-ED3D-A23C-C404A6138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E582-785B-0DAF-248B-8EFB2044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17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25AF-5A62-846D-0EB5-817333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D30B2-BBDE-FAF4-64CD-9E96D0D0E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5B9D8-7508-54B8-34EE-BAFBCDD4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4CA52-67CB-F4B9-5ABD-196E8E4A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E7A34-8243-B0C0-BA18-AB7670B9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15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16FA-4AE0-45F5-67AF-E3A76118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7C36-92E5-5AD4-2A6A-8E9BB2355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74215-91FA-BD63-229A-AC501B992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C60A0-6751-61BD-F7B4-DD2E059C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4AFD0-0059-DCBF-7E1E-B9820A84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6B3E7-5759-651C-EC54-70C00CA8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07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AEBA-83FA-BA33-E473-A98D09A15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2A6F-8B0F-7689-2B98-DA4D0E9B7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16606-3191-4A98-B297-A5EC667D8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DED89-AF05-5472-536D-7924B6D7FF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832F3-8C13-E5DF-2955-684298179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99A54-4ED9-F39E-09E9-5FD9BA4E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38B117-8374-03F3-A583-3E797DD6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AE28DC-019E-4B1C-D016-AD05B8F3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712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AC64-8D20-CA32-5177-F2753275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35AB4-41CB-5941-8165-DDDD4275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D5419-8280-B40C-EB1B-68C16407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15AD9-CCC4-EE73-E90C-EAE04474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73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1C5E5-BFC9-A33E-2FE3-0C47FF86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DCEB1-A006-BC1F-FD28-0044D95B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1F0AE-5321-447D-FACA-5E301C53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618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B6D1E-8043-CF00-4544-FC3381EC1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8D0B-DDF7-B0D6-3FB3-474A2BE6C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DFD85-17DF-1D62-37BF-3127E2C4D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35AF0-6EE2-EE66-B4CF-BAC28696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263D4-6942-9523-9E31-29568509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6367A-A7EB-9C88-62FD-A8B3C852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52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B0F8-9D3D-C5FD-4C63-64CBBF31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2120CE-26D3-F6D4-A769-02FC429B9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8969F-8E8E-ABDA-0DCF-9712439D0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7E190-22B7-7F2A-D069-457A5F1C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6DFA2-EF4A-6EA6-BE8D-691CB2A7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4F27D-CBCD-AB9D-6663-34F54387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75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DFFA-10F9-31BB-5620-215CB08E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2DAAE-CBD3-00CA-E8EA-D3FD0FAC7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C21CC-1EAB-9C08-2576-80DD13DD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0E0E5-E870-149F-9F4C-2446245B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10C96-D0CC-05D8-7898-DD4A19B1F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63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A12121-8060-21A7-155A-E97337722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E1182-6426-7F2E-B49F-CA1C2280D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30F93-F416-8BB9-C52E-189724A22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0501C-ACDA-8379-2137-21A29BD7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D40EF-A9AD-939C-0D5D-CADD1D01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55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4FEF69-7A8D-3786-10BC-4A2F2A67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16228-C32A-9AF3-2F62-6768E3CC7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067ED-7106-78FE-0368-B54D9F283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8EC9D-8325-4ACF-84B5-A03B1DD693C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79C1-9CE4-A5ED-9F74-0D05FCA82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C2AB3-6E22-A0B1-19B9-741A694C4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80F2A4-6815-44D0-B3FB-525EE7F244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5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C443B0-AC2F-6E50-D4CC-F08777281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80" y="0"/>
            <a:ext cx="1022743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0C3740-923C-AD42-7CA2-721AF04B456D}"/>
              </a:ext>
            </a:extLst>
          </p:cNvPr>
          <p:cNvSpPr/>
          <p:nvPr/>
        </p:nvSpPr>
        <p:spPr>
          <a:xfrm>
            <a:off x="6994091" y="3990110"/>
            <a:ext cx="1393451" cy="19950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1B793-E57B-DC53-B0FD-325000F8414C}"/>
              </a:ext>
            </a:extLst>
          </p:cNvPr>
          <p:cNvSpPr/>
          <p:nvPr/>
        </p:nvSpPr>
        <p:spPr>
          <a:xfrm>
            <a:off x="1358063" y="573578"/>
            <a:ext cx="1509828" cy="157110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670D5-2716-10B0-AE43-223CE0D85055}"/>
              </a:ext>
            </a:extLst>
          </p:cNvPr>
          <p:cNvSpPr/>
          <p:nvPr/>
        </p:nvSpPr>
        <p:spPr>
          <a:xfrm>
            <a:off x="6994091" y="4433456"/>
            <a:ext cx="1393451" cy="19950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39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7F5FF-8C9C-7A4B-C5F2-D2A83305C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80" y="0"/>
            <a:ext cx="1022743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6A6903-969E-5EAD-F321-558D41B8FAFA}"/>
              </a:ext>
            </a:extLst>
          </p:cNvPr>
          <p:cNvSpPr/>
          <p:nvPr/>
        </p:nvSpPr>
        <p:spPr>
          <a:xfrm>
            <a:off x="7035655" y="5752408"/>
            <a:ext cx="1393451" cy="3491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8B209-4A88-75BD-6021-73186E6CCF81}"/>
              </a:ext>
            </a:extLst>
          </p:cNvPr>
          <p:cNvSpPr/>
          <p:nvPr/>
        </p:nvSpPr>
        <p:spPr>
          <a:xfrm>
            <a:off x="2131145" y="590204"/>
            <a:ext cx="221357" cy="207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74E4D-BB08-D267-941C-442B61B33291}"/>
              </a:ext>
            </a:extLst>
          </p:cNvPr>
          <p:cNvSpPr txBox="1"/>
          <p:nvPr/>
        </p:nvSpPr>
        <p:spPr>
          <a:xfrm>
            <a:off x="1589877" y="2350683"/>
            <a:ext cx="1303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Move mouse here and icon will appear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10F588-097E-E8AF-32A8-58099FDA3675}"/>
              </a:ext>
            </a:extLst>
          </p:cNvPr>
          <p:cNvCxnSpPr>
            <a:endCxn id="7" idx="2"/>
          </p:cNvCxnSpPr>
          <p:nvPr/>
        </p:nvCxnSpPr>
        <p:spPr>
          <a:xfrm flipV="1">
            <a:off x="2241823" y="798022"/>
            <a:ext cx="1" cy="15277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830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9EE60F-6C5E-059C-7CEA-C74D60265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80" y="0"/>
            <a:ext cx="10227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8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DD15CC-2043-EF58-D2C0-908A36FEB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0E8F30-1B8A-0B6C-9355-1BB1D837E895}"/>
              </a:ext>
            </a:extLst>
          </p:cNvPr>
          <p:cNvSpPr/>
          <p:nvPr/>
        </p:nvSpPr>
        <p:spPr>
          <a:xfrm>
            <a:off x="1389024" y="1332325"/>
            <a:ext cx="2189063" cy="5958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259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9ECFE3-227B-35C2-1B7E-C927942C7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04BAB1-6A47-58F9-295E-76BF4CCCB87D}"/>
              </a:ext>
            </a:extLst>
          </p:cNvPr>
          <p:cNvSpPr/>
          <p:nvPr/>
        </p:nvSpPr>
        <p:spPr>
          <a:xfrm>
            <a:off x="4074035" y="5480376"/>
            <a:ext cx="2189063" cy="17227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C0AF9E-96EB-6CCC-3B9B-0DE15F549580}"/>
              </a:ext>
            </a:extLst>
          </p:cNvPr>
          <p:cNvSpPr/>
          <p:nvPr/>
        </p:nvSpPr>
        <p:spPr>
          <a:xfrm>
            <a:off x="4074034" y="5056791"/>
            <a:ext cx="2517959" cy="26335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A4B3EC-BD77-D441-24CF-8374FA5762C2}"/>
              </a:ext>
            </a:extLst>
          </p:cNvPr>
          <p:cNvSpPr/>
          <p:nvPr/>
        </p:nvSpPr>
        <p:spPr>
          <a:xfrm>
            <a:off x="10360746" y="340823"/>
            <a:ext cx="221357" cy="207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FC12B-3811-D71E-31FD-98AA94C05A14}"/>
              </a:ext>
            </a:extLst>
          </p:cNvPr>
          <p:cNvSpPr txBox="1"/>
          <p:nvPr/>
        </p:nvSpPr>
        <p:spPr>
          <a:xfrm>
            <a:off x="8703425" y="2101302"/>
            <a:ext cx="24199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Run button only works after a </a:t>
            </a:r>
            <a:r>
              <a:rPr lang="en-GB" dirty="0" err="1">
                <a:solidFill>
                  <a:srgbClr val="C00000"/>
                </a:solidFill>
              </a:rPr>
              <a:t>venv</a:t>
            </a:r>
            <a:r>
              <a:rPr lang="en-GB" dirty="0">
                <a:solidFill>
                  <a:srgbClr val="C00000"/>
                </a:solidFill>
              </a:rPr>
              <a:t> has been created at the command line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0B96CA-FB7A-3DB5-A5DC-59D3C965442A}"/>
              </a:ext>
            </a:extLst>
          </p:cNvPr>
          <p:cNvCxnSpPr>
            <a:endCxn id="9" idx="2"/>
          </p:cNvCxnSpPr>
          <p:nvPr/>
        </p:nvCxnSpPr>
        <p:spPr>
          <a:xfrm flipV="1">
            <a:off x="10471424" y="548641"/>
            <a:ext cx="1" cy="15277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40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923B60-1CA2-0DBE-B883-C2F47D10A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069" y="0"/>
            <a:ext cx="7489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8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4A595-1C28-101B-85BF-B53E15DC7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32F099-718A-67EF-7C1C-F93D018B15A2}"/>
              </a:ext>
            </a:extLst>
          </p:cNvPr>
          <p:cNvSpPr/>
          <p:nvPr/>
        </p:nvSpPr>
        <p:spPr>
          <a:xfrm>
            <a:off x="1513714" y="784049"/>
            <a:ext cx="1196235" cy="27997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4D3C46-9BE2-0390-6149-C7B4F0F9D813}"/>
              </a:ext>
            </a:extLst>
          </p:cNvPr>
          <p:cNvSpPr/>
          <p:nvPr/>
        </p:nvSpPr>
        <p:spPr>
          <a:xfrm>
            <a:off x="965327" y="1158122"/>
            <a:ext cx="406274" cy="3714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D490B9-382B-E95C-D50F-EBE37BAC526F}"/>
              </a:ext>
            </a:extLst>
          </p:cNvPr>
          <p:cNvSpPr/>
          <p:nvPr/>
        </p:nvSpPr>
        <p:spPr>
          <a:xfrm>
            <a:off x="1513714" y="1080478"/>
            <a:ext cx="2517959" cy="27997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E855C8-EAA2-BEC8-830B-FA62EA9F13A9}"/>
              </a:ext>
            </a:extLst>
          </p:cNvPr>
          <p:cNvSpPr/>
          <p:nvPr/>
        </p:nvSpPr>
        <p:spPr>
          <a:xfrm>
            <a:off x="3417328" y="520695"/>
            <a:ext cx="248585" cy="27997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504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01F91D-4095-EFB8-26D7-7AFDF1477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F22A5-B122-06B2-CB97-AE523D38CB51}"/>
              </a:ext>
            </a:extLst>
          </p:cNvPr>
          <p:cNvSpPr/>
          <p:nvPr/>
        </p:nvSpPr>
        <p:spPr>
          <a:xfrm>
            <a:off x="1513714" y="1080478"/>
            <a:ext cx="2517959" cy="27997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17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381357-ABC9-858B-A06D-A3FC472E5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86F9EB-B7C4-09F7-7912-824EB010CB3E}"/>
              </a:ext>
            </a:extLst>
          </p:cNvPr>
          <p:cNvSpPr/>
          <p:nvPr/>
        </p:nvSpPr>
        <p:spPr>
          <a:xfrm>
            <a:off x="4489672" y="739656"/>
            <a:ext cx="464714" cy="19968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378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1C4D88-962B-B27E-4096-68DA3C8A9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6E6BF6-814D-9106-B9BE-A4AEE55FC0B3}"/>
              </a:ext>
            </a:extLst>
          </p:cNvPr>
          <p:cNvSpPr/>
          <p:nvPr/>
        </p:nvSpPr>
        <p:spPr>
          <a:xfrm>
            <a:off x="7049991" y="290769"/>
            <a:ext cx="4176681" cy="418147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A3AF9B-D373-62F3-A535-7484642FA39A}"/>
              </a:ext>
            </a:extLst>
          </p:cNvPr>
          <p:cNvSpPr/>
          <p:nvPr/>
        </p:nvSpPr>
        <p:spPr>
          <a:xfrm>
            <a:off x="6384972" y="4472247"/>
            <a:ext cx="539529" cy="2660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1B194C-07D7-8055-2D16-0AC38959C0CF}"/>
              </a:ext>
            </a:extLst>
          </p:cNvPr>
          <p:cNvSpPr/>
          <p:nvPr/>
        </p:nvSpPr>
        <p:spPr>
          <a:xfrm>
            <a:off x="3143009" y="5037336"/>
            <a:ext cx="3781492" cy="115564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A1F90-4066-9569-1CE4-F8237598EEDD}"/>
              </a:ext>
            </a:extLst>
          </p:cNvPr>
          <p:cNvSpPr txBox="1"/>
          <p:nvPr/>
        </p:nvSpPr>
        <p:spPr>
          <a:xfrm>
            <a:off x="7928358" y="2196842"/>
            <a:ext cx="241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Interactive session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CA8B45-0E3C-D5BB-8032-33542ADBFF54}"/>
              </a:ext>
            </a:extLst>
          </p:cNvPr>
          <p:cNvSpPr txBox="1"/>
          <p:nvPr/>
        </p:nvSpPr>
        <p:spPr>
          <a:xfrm>
            <a:off x="6718385" y="5823650"/>
            <a:ext cx="241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Variable explorer</a:t>
            </a:r>
          </a:p>
        </p:txBody>
      </p:sp>
    </p:spTree>
    <p:extLst>
      <p:ext uri="{BB962C8B-B14F-4D97-AF65-F5344CB8AC3E}">
        <p14:creationId xmlns:p14="http://schemas.microsoft.com/office/powerpoint/2010/main" val="3232102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3740C8-6FE7-F756-4EF3-618A8393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6" y="0"/>
            <a:ext cx="1026134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989424-24FC-F56C-B95A-B5978310E32B}"/>
              </a:ext>
            </a:extLst>
          </p:cNvPr>
          <p:cNvSpPr/>
          <p:nvPr/>
        </p:nvSpPr>
        <p:spPr>
          <a:xfrm>
            <a:off x="3143008" y="4630189"/>
            <a:ext cx="4404947" cy="149629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759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6AC05-9F6B-FE78-D044-CF417F668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2292350"/>
            <a:ext cx="61087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7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1CA0F7-D262-6C35-8DF7-458833251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46" y="0"/>
            <a:ext cx="992030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7CE4DC-7CD7-55F1-4615-5C715840C5CC}"/>
              </a:ext>
            </a:extLst>
          </p:cNvPr>
          <p:cNvSpPr/>
          <p:nvPr/>
        </p:nvSpPr>
        <p:spPr>
          <a:xfrm>
            <a:off x="2062956" y="3099563"/>
            <a:ext cx="4225201" cy="21284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318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B479-643E-4AEB-B584-223925D7D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269E-1C04-1545-ADEF-208D090C0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9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Casson</dc:creator>
  <cp:lastModifiedBy>Alex Casson</cp:lastModifiedBy>
  <cp:revision>1</cp:revision>
  <dcterms:created xsi:type="dcterms:W3CDTF">2025-08-08T05:28:43Z</dcterms:created>
  <dcterms:modified xsi:type="dcterms:W3CDTF">2025-12-03T09:48:48Z</dcterms:modified>
</cp:coreProperties>
</file>