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1F597A-9983-4D95-8A05-48115C0ECFCB}" v="3" dt="2025-08-08T05:40:08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94660"/>
  </p:normalViewPr>
  <p:slideViewPr>
    <p:cSldViewPr snapToGrid="0">
      <p:cViewPr varScale="1">
        <p:scale>
          <a:sx n="77" d="100"/>
          <a:sy n="77" d="100"/>
        </p:scale>
        <p:origin x="92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Casson" userId="53cffa54-f866-4b4c-8e51-0383f28edfe1" providerId="ADAL" clId="{2F1F597A-9983-4D95-8A05-48115C0ECFCB}"/>
    <pc:docChg chg="undo custSel addSld modSld">
      <pc:chgData name="Alex Casson" userId="53cffa54-f866-4b4c-8e51-0383f28edfe1" providerId="ADAL" clId="{2F1F597A-9983-4D95-8A05-48115C0ECFCB}" dt="2025-08-08T06:00:23.758" v="71" actId="22"/>
      <pc:docMkLst>
        <pc:docMk/>
      </pc:docMkLst>
      <pc:sldChg chg="addSp delSp modSp new mod">
        <pc:chgData name="Alex Casson" userId="53cffa54-f866-4b4c-8e51-0383f28edfe1" providerId="ADAL" clId="{2F1F597A-9983-4D95-8A05-48115C0ECFCB}" dt="2025-08-08T05:40:53.900" v="67" actId="208"/>
        <pc:sldMkLst>
          <pc:docMk/>
          <pc:sldMk cId="1081830049" sldId="257"/>
        </pc:sldMkLst>
        <pc:spChg chg="del">
          <ac:chgData name="Alex Casson" userId="53cffa54-f866-4b4c-8e51-0383f28edfe1" providerId="ADAL" clId="{2F1F597A-9983-4D95-8A05-48115C0ECFCB}" dt="2025-08-08T05:39:17.475" v="2" actId="478"/>
          <ac:spMkLst>
            <pc:docMk/>
            <pc:sldMk cId="1081830049" sldId="257"/>
            <ac:spMk id="2" creationId="{E8E14ABD-4056-9B1C-1B2F-D1EAA58FF54B}"/>
          </ac:spMkLst>
        </pc:spChg>
        <pc:spChg chg="del">
          <ac:chgData name="Alex Casson" userId="53cffa54-f866-4b4c-8e51-0383f28edfe1" providerId="ADAL" clId="{2F1F597A-9983-4D95-8A05-48115C0ECFCB}" dt="2025-08-08T05:39:16.825" v="1" actId="478"/>
          <ac:spMkLst>
            <pc:docMk/>
            <pc:sldMk cId="1081830049" sldId="257"/>
            <ac:spMk id="3" creationId="{6920FCFB-27F3-8107-3D42-65A79E39CD51}"/>
          </ac:spMkLst>
        </pc:spChg>
        <pc:spChg chg="add mod">
          <ac:chgData name="Alex Casson" userId="53cffa54-f866-4b4c-8e51-0383f28edfe1" providerId="ADAL" clId="{2F1F597A-9983-4D95-8A05-48115C0ECFCB}" dt="2025-08-08T05:39:38.598" v="6" actId="14100"/>
          <ac:spMkLst>
            <pc:docMk/>
            <pc:sldMk cId="1081830049" sldId="257"/>
            <ac:spMk id="6" creationId="{216A6903-969E-5EAD-F321-558D41B8FAFA}"/>
          </ac:spMkLst>
        </pc:spChg>
        <pc:spChg chg="add mod">
          <ac:chgData name="Alex Casson" userId="53cffa54-f866-4b4c-8e51-0383f28edfe1" providerId="ADAL" clId="{2F1F597A-9983-4D95-8A05-48115C0ECFCB}" dt="2025-08-08T05:39:57.975" v="12" actId="14100"/>
          <ac:spMkLst>
            <pc:docMk/>
            <pc:sldMk cId="1081830049" sldId="257"/>
            <ac:spMk id="7" creationId="{2E68B209-4A88-75BD-6021-73186E6CCF81}"/>
          </ac:spMkLst>
        </pc:spChg>
        <pc:spChg chg="add mod">
          <ac:chgData name="Alex Casson" userId="53cffa54-f866-4b4c-8e51-0383f28edfe1" providerId="ADAL" clId="{2F1F597A-9983-4D95-8A05-48115C0ECFCB}" dt="2025-08-08T05:40:37.771" v="65" actId="1076"/>
          <ac:spMkLst>
            <pc:docMk/>
            <pc:sldMk cId="1081830049" sldId="257"/>
            <ac:spMk id="8" creationId="{7BF74E4D-BB08-D267-941C-442B61B33291}"/>
          </ac:spMkLst>
        </pc:spChg>
        <pc:picChg chg="add mod">
          <ac:chgData name="Alex Casson" userId="53cffa54-f866-4b4c-8e51-0383f28edfe1" providerId="ADAL" clId="{2F1F597A-9983-4D95-8A05-48115C0ECFCB}" dt="2025-08-08T05:39:44.870" v="9" actId="1076"/>
          <ac:picMkLst>
            <pc:docMk/>
            <pc:sldMk cId="1081830049" sldId="257"/>
            <ac:picMk id="5" creationId="{60F7F5FF-8C9C-7A4B-C5F2-D2A83305C527}"/>
          </ac:picMkLst>
        </pc:picChg>
        <pc:cxnChg chg="add mod">
          <ac:chgData name="Alex Casson" userId="53cffa54-f866-4b4c-8e51-0383f28edfe1" providerId="ADAL" clId="{2F1F597A-9983-4D95-8A05-48115C0ECFCB}" dt="2025-08-08T05:40:53.900" v="67" actId="208"/>
          <ac:cxnSpMkLst>
            <pc:docMk/>
            <pc:sldMk cId="1081830049" sldId="257"/>
            <ac:cxnSpMk id="10" creationId="{E310F588-097E-E8AF-32A8-58099FDA3675}"/>
          </ac:cxnSpMkLst>
        </pc:cxnChg>
      </pc:sldChg>
      <pc:sldChg chg="addSp delSp new mod">
        <pc:chgData name="Alex Casson" userId="53cffa54-f866-4b4c-8e51-0383f28edfe1" providerId="ADAL" clId="{2F1F597A-9983-4D95-8A05-48115C0ECFCB}" dt="2025-08-08T06:00:23.758" v="71" actId="22"/>
        <pc:sldMkLst>
          <pc:docMk/>
          <pc:sldMk cId="1539884735" sldId="258"/>
        </pc:sldMkLst>
        <pc:spChg chg="del">
          <ac:chgData name="Alex Casson" userId="53cffa54-f866-4b4c-8e51-0383f28edfe1" providerId="ADAL" clId="{2F1F597A-9983-4D95-8A05-48115C0ECFCB}" dt="2025-08-08T06:00:22.868" v="70" actId="478"/>
          <ac:spMkLst>
            <pc:docMk/>
            <pc:sldMk cId="1539884735" sldId="258"/>
            <ac:spMk id="2" creationId="{52F65140-FCE7-A2E1-A479-1607351B5DAC}"/>
          </ac:spMkLst>
        </pc:spChg>
        <pc:spChg chg="del">
          <ac:chgData name="Alex Casson" userId="53cffa54-f866-4b4c-8e51-0383f28edfe1" providerId="ADAL" clId="{2F1F597A-9983-4D95-8A05-48115C0ECFCB}" dt="2025-08-08T06:00:20.804" v="69" actId="478"/>
          <ac:spMkLst>
            <pc:docMk/>
            <pc:sldMk cId="1539884735" sldId="258"/>
            <ac:spMk id="3" creationId="{C1B7472C-7607-9C8F-B1AE-AB549E946F51}"/>
          </ac:spMkLst>
        </pc:spChg>
        <pc:picChg chg="add">
          <ac:chgData name="Alex Casson" userId="53cffa54-f866-4b4c-8e51-0383f28edfe1" providerId="ADAL" clId="{2F1F597A-9983-4D95-8A05-48115C0ECFCB}" dt="2025-08-08T06:00:23.758" v="71" actId="22"/>
          <ac:picMkLst>
            <pc:docMk/>
            <pc:sldMk cId="1539884735" sldId="258"/>
            <ac:picMk id="5" creationId="{779EE60F-6C5E-059C-7CEA-C74D6026542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6385A-A74C-7962-6609-E3F0D29896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3D272B-D0CD-E3A5-8749-A9BC49FB8E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640FDF-1AE5-9623-BE98-A9CE872D7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F3B46-48A6-845D-B396-08192F510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FA60D-3E68-F348-A7D7-4D65BB398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25992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967E-BBAC-F9E8-F40B-DEEB8F6E2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E7B6D-BCB7-51A1-B66F-27DCEDB88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E274EA-AB7C-3FCF-36AD-59FAD58B0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EFBDAC-40E0-ED3D-A23C-C404A6138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1CE582-785B-0DAF-248B-8EFB2044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3170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25AF-5A62-846D-0EB5-817333221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D30B2-BBDE-FAF4-64CD-9E96D0D0E0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5B9D8-7508-54B8-34EE-BAFBCDD48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44CA52-67CB-F4B9-5ABD-196E8E4AA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E7A34-8243-B0C0-BA18-AB7670B96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1152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916FA-4AE0-45F5-67AF-E3A761182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87C36-92E5-5AD4-2A6A-8E9BB23558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B74215-91FA-BD63-229A-AC501B992D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0C60A0-6751-61BD-F7B4-DD2E059CC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C4AFD0-0059-DCBF-7E1E-B9820A84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36B3E7-5759-651C-EC54-70C00CA80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076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EAEBA-83FA-BA33-E473-A98D09A15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5E2A6F-8B0F-7689-2B98-DA4D0E9B7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C16606-3191-4A98-B297-A5EC667D8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DED89-AF05-5472-536D-7924B6D7FF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C832F3-8C13-E5DF-2955-6842981791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D99A54-4ED9-F39E-09E9-5FD9BA4E6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38B117-8374-03F3-A583-3E797DD6A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AE28DC-019E-4B1C-D016-AD05B8F3C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5712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BAC64-8D20-CA32-5177-F2753275E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335AB4-41CB-5941-8165-DDDD42755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4D5419-8280-B40C-EB1B-68C164071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315AD9-CCC4-EE73-E90C-EAE044740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1732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81C5E5-BFC9-A33E-2FE3-0C47FF86B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9DCEB1-A006-BC1F-FD28-0044D95BF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1F0AE-5321-447D-FACA-5E301C53E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5618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B6D1E-8043-CF00-4544-FC3381EC1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58D0B-DDF7-B0D6-3FB3-474A2BE6C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9DFD85-17DF-1D62-37BF-3127E2C4D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A35AF0-6EE2-EE66-B4CF-BAC286967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263D4-6942-9523-9E31-29568509B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B6367A-A7EB-9C88-62FD-A8B3C8528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9527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CB0F8-9D3D-C5FD-4C63-64CBBF310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2120CE-26D3-F6D4-A769-02FC429B9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E8969F-8E8E-ABDA-0DCF-9712439D0C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37E190-22B7-7F2A-D069-457A5F1C3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66DFA2-EF4A-6EA6-BE8D-691CB2A77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94F27D-CBCD-AB9D-6663-34F54387E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0759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6DFFA-10F9-31BB-5620-215CB08E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C2DAAE-CBD3-00CA-E8EA-D3FD0FAC7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CC21CC-1EAB-9C08-2576-80DD13DDB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0E0E5-E870-149F-9F4C-2446245B2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10C96-D0CC-05D8-7898-DD4A19B1F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631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A12121-8060-21A7-155A-E97337722E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4E1182-6426-7F2E-B49F-CA1C2280DA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E30F93-F416-8BB9-C52E-189724A22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A0501C-ACDA-8379-2137-21A29BD72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D40EF-A9AD-939C-0D5D-CADD1D01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9550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4FEF69-7A8D-3786-10BC-4A2F2A673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16228-C32A-9AF3-2F62-6768E3CC7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067ED-7106-78FE-0368-B54D9F283E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98EC9D-8325-4ACF-84B5-A03B1DD693C8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7679C1-9CE4-A5ED-9F74-0D05FCA82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7C2AB3-6E22-A0B1-19B9-741A694C4E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80F2A4-6815-44D0-B3FB-525EE7F244A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522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C443B0-AC2F-6E50-D4CC-F08777281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80" y="0"/>
            <a:ext cx="10227439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00C3740-923C-AD42-7CA2-721AF04B456D}"/>
              </a:ext>
            </a:extLst>
          </p:cNvPr>
          <p:cNvSpPr/>
          <p:nvPr/>
        </p:nvSpPr>
        <p:spPr>
          <a:xfrm>
            <a:off x="6994091" y="3990110"/>
            <a:ext cx="1393451" cy="19950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91B793-E57B-DC53-B0FD-325000F8414C}"/>
              </a:ext>
            </a:extLst>
          </p:cNvPr>
          <p:cNvSpPr/>
          <p:nvPr/>
        </p:nvSpPr>
        <p:spPr>
          <a:xfrm>
            <a:off x="1358063" y="573578"/>
            <a:ext cx="1509828" cy="157110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F670D5-2716-10B0-AE43-223CE0D85055}"/>
              </a:ext>
            </a:extLst>
          </p:cNvPr>
          <p:cNvSpPr/>
          <p:nvPr/>
        </p:nvSpPr>
        <p:spPr>
          <a:xfrm>
            <a:off x="6994091" y="4433456"/>
            <a:ext cx="1393451" cy="199506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039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F7F5FF-8C9C-7A4B-C5F2-D2A83305C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80" y="0"/>
            <a:ext cx="10227439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16A6903-969E-5EAD-F321-558D41B8FAFA}"/>
              </a:ext>
            </a:extLst>
          </p:cNvPr>
          <p:cNvSpPr/>
          <p:nvPr/>
        </p:nvSpPr>
        <p:spPr>
          <a:xfrm>
            <a:off x="7035655" y="5752408"/>
            <a:ext cx="1393451" cy="349134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68B209-4A88-75BD-6021-73186E6CCF81}"/>
              </a:ext>
            </a:extLst>
          </p:cNvPr>
          <p:cNvSpPr/>
          <p:nvPr/>
        </p:nvSpPr>
        <p:spPr>
          <a:xfrm>
            <a:off x="2131145" y="590204"/>
            <a:ext cx="221357" cy="20781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74E4D-BB08-D267-941C-442B61B33291}"/>
              </a:ext>
            </a:extLst>
          </p:cNvPr>
          <p:cNvSpPr txBox="1"/>
          <p:nvPr/>
        </p:nvSpPr>
        <p:spPr>
          <a:xfrm>
            <a:off x="1589877" y="2350683"/>
            <a:ext cx="1303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C00000"/>
                </a:solidFill>
              </a:rPr>
              <a:t>Move mouse here and icon will appear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10F588-097E-E8AF-32A8-58099FDA3675}"/>
              </a:ext>
            </a:extLst>
          </p:cNvPr>
          <p:cNvCxnSpPr>
            <a:endCxn id="7" idx="2"/>
          </p:cNvCxnSpPr>
          <p:nvPr/>
        </p:nvCxnSpPr>
        <p:spPr>
          <a:xfrm flipV="1">
            <a:off x="2241823" y="798022"/>
            <a:ext cx="1" cy="152773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1830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9EE60F-6C5E-059C-7CEA-C74D602654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280" y="0"/>
            <a:ext cx="1022743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84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Office PowerPoint</Application>
  <PresentationFormat>Widescreen</PresentationFormat>
  <Paragraphs>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Casson</dc:creator>
  <cp:lastModifiedBy>Alex Casson</cp:lastModifiedBy>
  <cp:revision>1</cp:revision>
  <dcterms:created xsi:type="dcterms:W3CDTF">2025-08-08T05:28:43Z</dcterms:created>
  <dcterms:modified xsi:type="dcterms:W3CDTF">2025-08-08T06:00:27Z</dcterms:modified>
</cp:coreProperties>
</file>