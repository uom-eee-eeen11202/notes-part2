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54D92A-69B0-4ED5-949C-BCEED9E812F5}" v="5" dt="2025-11-18T20:57:16.1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3" autoAdjust="0"/>
    <p:restoredTop sz="94660"/>
  </p:normalViewPr>
  <p:slideViewPr>
    <p:cSldViewPr snapToGrid="0">
      <p:cViewPr varScale="1">
        <p:scale>
          <a:sx n="77" d="100"/>
          <a:sy n="77" d="100"/>
        </p:scale>
        <p:origin x="92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 Casson" userId="53cffa54-f866-4b4c-8e51-0383f28edfe1" providerId="ADAL" clId="{6CFC2141-1B0A-45D5-9B60-96DCD45AC834}"/>
    <pc:docChg chg="custSel addSld modSld sldOrd">
      <pc:chgData name="Alex Casson" userId="53cffa54-f866-4b4c-8e51-0383f28edfe1" providerId="ADAL" clId="{6CFC2141-1B0A-45D5-9B60-96DCD45AC834}" dt="2025-11-18T20:57:16.118" v="136"/>
      <pc:docMkLst>
        <pc:docMk/>
      </pc:docMkLst>
      <pc:sldChg chg="addSp delSp modSp new mod ord">
        <pc:chgData name="Alex Casson" userId="53cffa54-f866-4b4c-8e51-0383f28edfe1" providerId="ADAL" clId="{6CFC2141-1B0A-45D5-9B60-96DCD45AC834}" dt="2025-11-17T16:02:37.496" v="8" actId="14100"/>
        <pc:sldMkLst>
          <pc:docMk/>
          <pc:sldMk cId="2512259164" sldId="259"/>
        </pc:sldMkLst>
        <pc:spChg chg="del">
          <ac:chgData name="Alex Casson" userId="53cffa54-f866-4b4c-8e51-0383f28edfe1" providerId="ADAL" clId="{6CFC2141-1B0A-45D5-9B60-96DCD45AC834}" dt="2025-11-17T16:02:17.178" v="2" actId="478"/>
          <ac:spMkLst>
            <pc:docMk/>
            <pc:sldMk cId="2512259164" sldId="259"/>
            <ac:spMk id="2" creationId="{87797055-625E-2C6B-B869-D2D5E1B20525}"/>
          </ac:spMkLst>
        </pc:spChg>
        <pc:spChg chg="del">
          <ac:chgData name="Alex Casson" userId="53cffa54-f866-4b4c-8e51-0383f28edfe1" providerId="ADAL" clId="{6CFC2141-1B0A-45D5-9B60-96DCD45AC834}" dt="2025-11-17T16:02:15.323" v="1" actId="478"/>
          <ac:spMkLst>
            <pc:docMk/>
            <pc:sldMk cId="2512259164" sldId="259"/>
            <ac:spMk id="3" creationId="{9AA3A382-A011-0A3A-A7A3-1C9CD34D13A8}"/>
          </ac:spMkLst>
        </pc:spChg>
        <pc:spChg chg="add mod">
          <ac:chgData name="Alex Casson" userId="53cffa54-f866-4b4c-8e51-0383f28edfe1" providerId="ADAL" clId="{6CFC2141-1B0A-45D5-9B60-96DCD45AC834}" dt="2025-11-17T16:02:37.496" v="8" actId="14100"/>
          <ac:spMkLst>
            <pc:docMk/>
            <pc:sldMk cId="2512259164" sldId="259"/>
            <ac:spMk id="6" creationId="{320E8F30-1B8A-0B6C-9355-1BB1D837E895}"/>
          </ac:spMkLst>
        </pc:spChg>
        <pc:picChg chg="add">
          <ac:chgData name="Alex Casson" userId="53cffa54-f866-4b4c-8e51-0383f28edfe1" providerId="ADAL" clId="{6CFC2141-1B0A-45D5-9B60-96DCD45AC834}" dt="2025-11-17T16:02:17.950" v="3" actId="22"/>
          <ac:picMkLst>
            <pc:docMk/>
            <pc:sldMk cId="2512259164" sldId="259"/>
            <ac:picMk id="5" creationId="{33DD15CC-2043-EF58-D2C0-908A36FEB1E6}"/>
          </ac:picMkLst>
        </pc:picChg>
      </pc:sldChg>
      <pc:sldChg chg="addSp delSp modSp new mod">
        <pc:chgData name="Alex Casson" userId="53cffa54-f866-4b4c-8e51-0383f28edfe1" providerId="ADAL" clId="{6CFC2141-1B0A-45D5-9B60-96DCD45AC834}" dt="2025-11-17T16:16:49.187" v="110" actId="14100"/>
        <pc:sldMkLst>
          <pc:docMk/>
          <pc:sldMk cId="2342404083" sldId="260"/>
        </pc:sldMkLst>
        <pc:spChg chg="del">
          <ac:chgData name="Alex Casson" userId="53cffa54-f866-4b4c-8e51-0383f28edfe1" providerId="ADAL" clId="{6CFC2141-1B0A-45D5-9B60-96DCD45AC834}" dt="2025-11-17T16:15:00.899" v="11" actId="478"/>
          <ac:spMkLst>
            <pc:docMk/>
            <pc:sldMk cId="2342404083" sldId="260"/>
            <ac:spMk id="2" creationId="{9D8A0B13-6971-DF51-BB40-B3552A1E9AA4}"/>
          </ac:spMkLst>
        </pc:spChg>
        <pc:spChg chg="del">
          <ac:chgData name="Alex Casson" userId="53cffa54-f866-4b4c-8e51-0383f28edfe1" providerId="ADAL" clId="{6CFC2141-1B0A-45D5-9B60-96DCD45AC834}" dt="2025-11-17T16:14:58.916" v="10" actId="478"/>
          <ac:spMkLst>
            <pc:docMk/>
            <pc:sldMk cId="2342404083" sldId="260"/>
            <ac:spMk id="3" creationId="{70198BDB-1A99-494A-7EF4-ADF5D012DC2D}"/>
          </ac:spMkLst>
        </pc:spChg>
        <pc:spChg chg="add mod">
          <ac:chgData name="Alex Casson" userId="53cffa54-f866-4b4c-8e51-0383f28edfe1" providerId="ADAL" clId="{6CFC2141-1B0A-45D5-9B60-96DCD45AC834}" dt="2025-11-17T16:15:21.145" v="15" actId="14100"/>
          <ac:spMkLst>
            <pc:docMk/>
            <pc:sldMk cId="2342404083" sldId="260"/>
            <ac:spMk id="6" creationId="{5004BAB1-6A47-58F9-295E-76BF4CCCB87D}"/>
          </ac:spMkLst>
        </pc:spChg>
        <pc:spChg chg="add mod">
          <ac:chgData name="Alex Casson" userId="53cffa54-f866-4b4c-8e51-0383f28edfe1" providerId="ADAL" clId="{6CFC2141-1B0A-45D5-9B60-96DCD45AC834}" dt="2025-11-17T16:15:39.387" v="19" actId="14100"/>
          <ac:spMkLst>
            <pc:docMk/>
            <pc:sldMk cId="2342404083" sldId="260"/>
            <ac:spMk id="7" creationId="{A0C0AF9E-96EB-6CCC-3B9B-0DE15F549580}"/>
          </ac:spMkLst>
        </pc:spChg>
        <pc:spChg chg="add del mod">
          <ac:chgData name="Alex Casson" userId="53cffa54-f866-4b4c-8e51-0383f28edfe1" providerId="ADAL" clId="{6CFC2141-1B0A-45D5-9B60-96DCD45AC834}" dt="2025-11-17T16:15:45.472" v="21" actId="478"/>
          <ac:spMkLst>
            <pc:docMk/>
            <pc:sldMk cId="2342404083" sldId="260"/>
            <ac:spMk id="8" creationId="{84AFD136-A340-D300-C204-B617EE11B843}"/>
          </ac:spMkLst>
        </pc:spChg>
        <pc:spChg chg="add mod">
          <ac:chgData name="Alex Casson" userId="53cffa54-f866-4b4c-8e51-0383f28edfe1" providerId="ADAL" clId="{6CFC2141-1B0A-45D5-9B60-96DCD45AC834}" dt="2025-11-17T16:16:07.398" v="24" actId="1076"/>
          <ac:spMkLst>
            <pc:docMk/>
            <pc:sldMk cId="2342404083" sldId="260"/>
            <ac:spMk id="9" creationId="{E0A4B3EC-BD77-D441-24CF-8374FA5762C2}"/>
          </ac:spMkLst>
        </pc:spChg>
        <pc:spChg chg="add mod">
          <ac:chgData name="Alex Casson" userId="53cffa54-f866-4b4c-8e51-0383f28edfe1" providerId="ADAL" clId="{6CFC2141-1B0A-45D5-9B60-96DCD45AC834}" dt="2025-11-17T16:16:49.187" v="110" actId="14100"/>
          <ac:spMkLst>
            <pc:docMk/>
            <pc:sldMk cId="2342404083" sldId="260"/>
            <ac:spMk id="10" creationId="{F38FC12B-3811-D71E-31FD-98AA94C05A14}"/>
          </ac:spMkLst>
        </pc:spChg>
        <pc:picChg chg="add">
          <ac:chgData name="Alex Casson" userId="53cffa54-f866-4b4c-8e51-0383f28edfe1" providerId="ADAL" clId="{6CFC2141-1B0A-45D5-9B60-96DCD45AC834}" dt="2025-11-17T16:15:01.901" v="12" actId="22"/>
          <ac:picMkLst>
            <pc:docMk/>
            <pc:sldMk cId="2342404083" sldId="260"/>
            <ac:picMk id="5" creationId="{619ECFE3-227B-35C2-1B7E-C927942C7D44}"/>
          </ac:picMkLst>
        </pc:picChg>
        <pc:cxnChg chg="add mod">
          <ac:chgData name="Alex Casson" userId="53cffa54-f866-4b4c-8e51-0383f28edfe1" providerId="ADAL" clId="{6CFC2141-1B0A-45D5-9B60-96DCD45AC834}" dt="2025-11-17T16:16:07.398" v="24" actId="1076"/>
          <ac:cxnSpMkLst>
            <pc:docMk/>
            <pc:sldMk cId="2342404083" sldId="260"/>
            <ac:cxnSpMk id="11" creationId="{E70B96CA-FB7A-3DB5-A5DC-59D3C965442A}"/>
          </ac:cxnSpMkLst>
        </pc:cxnChg>
      </pc:sldChg>
      <pc:sldChg chg="addSp delSp new mod">
        <pc:chgData name="Alex Casson" userId="53cffa54-f866-4b4c-8e51-0383f28edfe1" providerId="ADAL" clId="{6CFC2141-1B0A-45D5-9B60-96DCD45AC834}" dt="2025-11-17T16:47:47.105" v="114" actId="22"/>
        <pc:sldMkLst>
          <pc:docMk/>
          <pc:sldMk cId="546382178" sldId="261"/>
        </pc:sldMkLst>
        <pc:spChg chg="del">
          <ac:chgData name="Alex Casson" userId="53cffa54-f866-4b4c-8e51-0383f28edfe1" providerId="ADAL" clId="{6CFC2141-1B0A-45D5-9B60-96DCD45AC834}" dt="2025-11-17T16:47:46.332" v="113" actId="478"/>
          <ac:spMkLst>
            <pc:docMk/>
            <pc:sldMk cId="546382178" sldId="261"/>
            <ac:spMk id="2" creationId="{F236FFE7-5FC8-0019-F8C3-601C47A29471}"/>
          </ac:spMkLst>
        </pc:spChg>
        <pc:spChg chg="del">
          <ac:chgData name="Alex Casson" userId="53cffa54-f866-4b4c-8e51-0383f28edfe1" providerId="ADAL" clId="{6CFC2141-1B0A-45D5-9B60-96DCD45AC834}" dt="2025-11-17T16:47:45.578" v="112" actId="478"/>
          <ac:spMkLst>
            <pc:docMk/>
            <pc:sldMk cId="546382178" sldId="261"/>
            <ac:spMk id="3" creationId="{72EFF187-A181-63E2-E851-F065C41B39AD}"/>
          </ac:spMkLst>
        </pc:spChg>
        <pc:picChg chg="add">
          <ac:chgData name="Alex Casson" userId="53cffa54-f866-4b4c-8e51-0383f28edfe1" providerId="ADAL" clId="{6CFC2141-1B0A-45D5-9B60-96DCD45AC834}" dt="2025-11-17T16:47:47.105" v="114" actId="22"/>
          <ac:picMkLst>
            <pc:docMk/>
            <pc:sldMk cId="546382178" sldId="261"/>
            <ac:picMk id="5" creationId="{2C923B60-1CA2-0DBE-B883-C2F47D10AB89}"/>
          </ac:picMkLst>
        </pc:picChg>
      </pc:sldChg>
      <pc:sldChg chg="addSp delSp modSp new mod">
        <pc:chgData name="Alex Casson" userId="53cffa54-f866-4b4c-8e51-0383f28edfe1" providerId="ADAL" clId="{6CFC2141-1B0A-45D5-9B60-96DCD45AC834}" dt="2025-11-18T20:55:33.420" v="131" actId="14100"/>
        <pc:sldMkLst>
          <pc:docMk/>
          <pc:sldMk cId="2445504685" sldId="262"/>
        </pc:sldMkLst>
        <pc:spChg chg="del">
          <ac:chgData name="Alex Casson" userId="53cffa54-f866-4b4c-8e51-0383f28edfe1" providerId="ADAL" clId="{6CFC2141-1B0A-45D5-9B60-96DCD45AC834}" dt="2025-11-18T20:51:27.710" v="117" actId="478"/>
          <ac:spMkLst>
            <pc:docMk/>
            <pc:sldMk cId="2445504685" sldId="262"/>
            <ac:spMk id="2" creationId="{86B8E9C9-C2BE-F112-92D5-6B9D00BF5BE5}"/>
          </ac:spMkLst>
        </pc:spChg>
        <pc:spChg chg="del">
          <ac:chgData name="Alex Casson" userId="53cffa54-f866-4b4c-8e51-0383f28edfe1" providerId="ADAL" clId="{6CFC2141-1B0A-45D5-9B60-96DCD45AC834}" dt="2025-11-18T20:51:27.145" v="116" actId="478"/>
          <ac:spMkLst>
            <pc:docMk/>
            <pc:sldMk cId="2445504685" sldId="262"/>
            <ac:spMk id="3" creationId="{EAFC785F-A649-B18A-09E5-0513768EDD0C}"/>
          </ac:spMkLst>
        </pc:spChg>
        <pc:spChg chg="add mod">
          <ac:chgData name="Alex Casson" userId="53cffa54-f866-4b4c-8e51-0383f28edfe1" providerId="ADAL" clId="{6CFC2141-1B0A-45D5-9B60-96DCD45AC834}" dt="2025-11-18T20:54:51.827" v="122" actId="14100"/>
          <ac:spMkLst>
            <pc:docMk/>
            <pc:sldMk cId="2445504685" sldId="262"/>
            <ac:spMk id="6" creationId="{5A32F099-718A-67EF-7C1C-F93D018B15A2}"/>
          </ac:spMkLst>
        </pc:spChg>
        <pc:spChg chg="add mod">
          <ac:chgData name="Alex Casson" userId="53cffa54-f866-4b4c-8e51-0383f28edfe1" providerId="ADAL" clId="{6CFC2141-1B0A-45D5-9B60-96DCD45AC834}" dt="2025-11-18T20:55:03.960" v="125" actId="14100"/>
          <ac:spMkLst>
            <pc:docMk/>
            <pc:sldMk cId="2445504685" sldId="262"/>
            <ac:spMk id="7" creationId="{2B4D3C46-9BE2-0390-6149-C7B4F0F9D813}"/>
          </ac:spMkLst>
        </pc:spChg>
        <pc:spChg chg="add mod">
          <ac:chgData name="Alex Casson" userId="53cffa54-f866-4b4c-8e51-0383f28edfe1" providerId="ADAL" clId="{6CFC2141-1B0A-45D5-9B60-96DCD45AC834}" dt="2025-11-18T20:55:17.092" v="128" actId="14100"/>
          <ac:spMkLst>
            <pc:docMk/>
            <pc:sldMk cId="2445504685" sldId="262"/>
            <ac:spMk id="8" creationId="{A2D490B9-382B-E95C-D50F-EBE37BAC526F}"/>
          </ac:spMkLst>
        </pc:spChg>
        <pc:spChg chg="add mod">
          <ac:chgData name="Alex Casson" userId="53cffa54-f866-4b4c-8e51-0383f28edfe1" providerId="ADAL" clId="{6CFC2141-1B0A-45D5-9B60-96DCD45AC834}" dt="2025-11-18T20:55:33.420" v="131" actId="14100"/>
          <ac:spMkLst>
            <pc:docMk/>
            <pc:sldMk cId="2445504685" sldId="262"/>
            <ac:spMk id="9" creationId="{5DE855C8-EAA2-BEC8-830B-FA62EA9F13A9}"/>
          </ac:spMkLst>
        </pc:spChg>
        <pc:picChg chg="add">
          <ac:chgData name="Alex Casson" userId="53cffa54-f866-4b4c-8e51-0383f28edfe1" providerId="ADAL" clId="{6CFC2141-1B0A-45D5-9B60-96DCD45AC834}" dt="2025-11-18T20:51:28.258" v="118" actId="22"/>
          <ac:picMkLst>
            <pc:docMk/>
            <pc:sldMk cId="2445504685" sldId="262"/>
            <ac:picMk id="5" creationId="{6244A595-1C28-101B-85BF-B53E15DC7179}"/>
          </ac:picMkLst>
        </pc:picChg>
      </pc:sldChg>
      <pc:sldChg chg="addSp delSp modSp new mod">
        <pc:chgData name="Alex Casson" userId="53cffa54-f866-4b4c-8e51-0383f28edfe1" providerId="ADAL" clId="{6CFC2141-1B0A-45D5-9B60-96DCD45AC834}" dt="2025-11-18T20:57:16.118" v="136"/>
        <pc:sldMkLst>
          <pc:docMk/>
          <pc:sldMk cId="1347173010" sldId="263"/>
        </pc:sldMkLst>
        <pc:spChg chg="del">
          <ac:chgData name="Alex Casson" userId="53cffa54-f866-4b4c-8e51-0383f28edfe1" providerId="ADAL" clId="{6CFC2141-1B0A-45D5-9B60-96DCD45AC834}" dt="2025-11-18T20:57:10.712" v="134" actId="478"/>
          <ac:spMkLst>
            <pc:docMk/>
            <pc:sldMk cId="1347173010" sldId="263"/>
            <ac:spMk id="2" creationId="{1E41D1BA-3992-279E-98C7-35D49314DB1B}"/>
          </ac:spMkLst>
        </pc:spChg>
        <pc:spChg chg="del">
          <ac:chgData name="Alex Casson" userId="53cffa54-f866-4b4c-8e51-0383f28edfe1" providerId="ADAL" clId="{6CFC2141-1B0A-45D5-9B60-96DCD45AC834}" dt="2025-11-18T20:57:10.093" v="133" actId="478"/>
          <ac:spMkLst>
            <pc:docMk/>
            <pc:sldMk cId="1347173010" sldId="263"/>
            <ac:spMk id="3" creationId="{09E31B4B-BD72-C241-3DC3-B039F1F54AFE}"/>
          </ac:spMkLst>
        </pc:spChg>
        <pc:spChg chg="add mod">
          <ac:chgData name="Alex Casson" userId="53cffa54-f866-4b4c-8e51-0383f28edfe1" providerId="ADAL" clId="{6CFC2141-1B0A-45D5-9B60-96DCD45AC834}" dt="2025-11-18T20:57:16.118" v="136"/>
          <ac:spMkLst>
            <pc:docMk/>
            <pc:sldMk cId="1347173010" sldId="263"/>
            <ac:spMk id="6" creationId="{516F22A5-B122-06B2-CB97-AE523D38CB51}"/>
          </ac:spMkLst>
        </pc:spChg>
        <pc:picChg chg="add">
          <ac:chgData name="Alex Casson" userId="53cffa54-f866-4b4c-8e51-0383f28edfe1" providerId="ADAL" clId="{6CFC2141-1B0A-45D5-9B60-96DCD45AC834}" dt="2025-11-18T20:57:11.333" v="135" actId="22"/>
          <ac:picMkLst>
            <pc:docMk/>
            <pc:sldMk cId="1347173010" sldId="263"/>
            <ac:picMk id="5" creationId="{F801F91D-4095-EFB8-26D7-7AFDF1477042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6385A-A74C-7962-6609-E3F0D29896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3D272B-D0CD-E3A5-8749-A9BC49FB8E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640FDF-1AE5-9623-BE98-A9CE872D7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8EC9D-8325-4ACF-84B5-A03B1DD693C8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2F3B46-48A6-845D-B396-08192F5101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FA60D-3E68-F348-A7D7-4D65BB398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0F2A4-6815-44D0-B3FB-525EE7F244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25992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967E-BBAC-F9E8-F40B-DEEB8F6E2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EE7B6D-BCB7-51A1-B66F-27DCEDB88C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E274EA-AB7C-3FCF-36AD-59FAD58B0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8EC9D-8325-4ACF-84B5-A03B1DD693C8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EFBDAC-40E0-ED3D-A23C-C404A6138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1CE582-785B-0DAF-248B-8EFB20449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0F2A4-6815-44D0-B3FB-525EE7F244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3170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625AF-5A62-846D-0EB5-817333221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3D30B2-BBDE-FAF4-64CD-9E96D0D0E0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85B9D8-7508-54B8-34EE-BAFBCDD48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8EC9D-8325-4ACF-84B5-A03B1DD693C8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44CA52-67CB-F4B9-5ABD-196E8E4AA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FE7A34-8243-B0C0-BA18-AB7670B96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0F2A4-6815-44D0-B3FB-525EE7F244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11525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916FA-4AE0-45F5-67AF-E3A761182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87C36-92E5-5AD4-2A6A-8E9BB23558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B74215-91FA-BD63-229A-AC501B992D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0C60A0-6751-61BD-F7B4-DD2E059CC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8EC9D-8325-4ACF-84B5-A03B1DD693C8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C4AFD0-0059-DCBF-7E1E-B9820A846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36B3E7-5759-651C-EC54-70C00CA80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0F2A4-6815-44D0-B3FB-525EE7F244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90768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EAEBA-83FA-BA33-E473-A98D09A15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5E2A6F-8B0F-7689-2B98-DA4D0E9B7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C16606-3191-4A98-B297-A5EC667D80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3DED89-AF05-5472-536D-7924B6D7FF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C832F3-8C13-E5DF-2955-6842981791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D99A54-4ED9-F39E-09E9-5FD9BA4E6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8EC9D-8325-4ACF-84B5-A03B1DD693C8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38B117-8374-03F3-A583-3E797DD6A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AE28DC-019E-4B1C-D016-AD05B8F3C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0F2A4-6815-44D0-B3FB-525EE7F244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57123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BAC64-8D20-CA32-5177-F2753275E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335AB4-41CB-5941-8165-DDDD42755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8EC9D-8325-4ACF-84B5-A03B1DD693C8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4D5419-8280-B40C-EB1B-68C164071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315AD9-CCC4-EE73-E90C-EAE044740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0F2A4-6815-44D0-B3FB-525EE7F244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17321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C81C5E5-BFC9-A33E-2FE3-0C47FF86BC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8EC9D-8325-4ACF-84B5-A03B1DD693C8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9DCEB1-A006-BC1F-FD28-0044D95BF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81F0AE-5321-447D-FACA-5E301C53E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0F2A4-6815-44D0-B3FB-525EE7F244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5618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B6D1E-8043-CF00-4544-FC3381EC11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58D0B-DDF7-B0D6-3FB3-474A2BE6CC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9DFD85-17DF-1D62-37BF-3127E2C4DC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A35AF0-6EE2-EE66-B4CF-BAC286967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8EC9D-8325-4ACF-84B5-A03B1DD693C8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4263D4-6942-9523-9E31-29568509B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B6367A-A7EB-9C88-62FD-A8B3C8528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0F2A4-6815-44D0-B3FB-525EE7F244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9527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CB0F8-9D3D-C5FD-4C63-64CBBF310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32120CE-26D3-F6D4-A769-02FC429B91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E8969F-8E8E-ABDA-0DCF-9712439D0C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37E190-22B7-7F2A-D069-457A5F1C3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8EC9D-8325-4ACF-84B5-A03B1DD693C8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66DFA2-EF4A-6EA6-BE8D-691CB2A77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94F27D-CBCD-AB9D-6663-34F54387E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0F2A4-6815-44D0-B3FB-525EE7F244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0759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6DFFA-10F9-31BB-5620-215CB08EB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C2DAAE-CBD3-00CA-E8EA-D3FD0FAC70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CC21CC-1EAB-9C08-2576-80DD13DDB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8EC9D-8325-4ACF-84B5-A03B1DD693C8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D0E0E5-E870-149F-9F4C-2446245B2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A10C96-D0CC-05D8-7898-DD4A19B1F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0F2A4-6815-44D0-B3FB-525EE7F244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4631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6A12121-8060-21A7-155A-E97337722E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4E1182-6426-7F2E-B49F-CA1C2280DA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E30F93-F416-8BB9-C52E-189724A22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8EC9D-8325-4ACF-84B5-A03B1DD693C8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A0501C-ACDA-8379-2137-21A29BD72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CD40EF-A9AD-939C-0D5D-CADD1D013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0F2A4-6815-44D0-B3FB-525EE7F244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95501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4FEF69-7A8D-3786-10BC-4A2F2A673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D16228-C32A-9AF3-2F62-6768E3CC79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6067ED-7106-78FE-0368-B54D9F283E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98EC9D-8325-4ACF-84B5-A03B1DD693C8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7679C1-9CE4-A5ED-9F74-0D05FCA826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7C2AB3-6E22-A0B1-19B9-741A694C4E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80F2A4-6815-44D0-B3FB-525EE7F244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65227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C443B0-AC2F-6E50-D4CC-F087772816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280" y="0"/>
            <a:ext cx="10227439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00C3740-923C-AD42-7CA2-721AF04B456D}"/>
              </a:ext>
            </a:extLst>
          </p:cNvPr>
          <p:cNvSpPr/>
          <p:nvPr/>
        </p:nvSpPr>
        <p:spPr>
          <a:xfrm>
            <a:off x="6994091" y="3990110"/>
            <a:ext cx="1393451" cy="199506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A91B793-E57B-DC53-B0FD-325000F8414C}"/>
              </a:ext>
            </a:extLst>
          </p:cNvPr>
          <p:cNvSpPr/>
          <p:nvPr/>
        </p:nvSpPr>
        <p:spPr>
          <a:xfrm>
            <a:off x="1358063" y="573578"/>
            <a:ext cx="1509828" cy="1571106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F670D5-2716-10B0-AE43-223CE0D85055}"/>
              </a:ext>
            </a:extLst>
          </p:cNvPr>
          <p:cNvSpPr/>
          <p:nvPr/>
        </p:nvSpPr>
        <p:spPr>
          <a:xfrm>
            <a:off x="6994091" y="4433456"/>
            <a:ext cx="1393451" cy="199506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1039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0F7F5FF-8C9C-7A4B-C5F2-D2A83305C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280" y="0"/>
            <a:ext cx="10227439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16A6903-969E-5EAD-F321-558D41B8FAFA}"/>
              </a:ext>
            </a:extLst>
          </p:cNvPr>
          <p:cNvSpPr/>
          <p:nvPr/>
        </p:nvSpPr>
        <p:spPr>
          <a:xfrm>
            <a:off x="7035655" y="5752408"/>
            <a:ext cx="1393451" cy="349134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E68B209-4A88-75BD-6021-73186E6CCF81}"/>
              </a:ext>
            </a:extLst>
          </p:cNvPr>
          <p:cNvSpPr/>
          <p:nvPr/>
        </p:nvSpPr>
        <p:spPr>
          <a:xfrm>
            <a:off x="2131145" y="590204"/>
            <a:ext cx="221357" cy="20781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F74E4D-BB08-D267-941C-442B61B33291}"/>
              </a:ext>
            </a:extLst>
          </p:cNvPr>
          <p:cNvSpPr txBox="1"/>
          <p:nvPr/>
        </p:nvSpPr>
        <p:spPr>
          <a:xfrm>
            <a:off x="1589877" y="2350683"/>
            <a:ext cx="13038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rgbClr val="C00000"/>
                </a:solidFill>
              </a:rPr>
              <a:t>Move mouse here and icon will appear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310F588-097E-E8AF-32A8-58099FDA3675}"/>
              </a:ext>
            </a:extLst>
          </p:cNvPr>
          <p:cNvCxnSpPr>
            <a:endCxn id="7" idx="2"/>
          </p:cNvCxnSpPr>
          <p:nvPr/>
        </p:nvCxnSpPr>
        <p:spPr>
          <a:xfrm flipV="1">
            <a:off x="2241823" y="798022"/>
            <a:ext cx="1" cy="152773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18300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79EE60F-6C5E-059C-7CEA-C74D602654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280" y="0"/>
            <a:ext cx="1022743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8847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3DD15CC-2043-EF58-D2C0-908A36FEB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326" y="0"/>
            <a:ext cx="10261347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20E8F30-1B8A-0B6C-9355-1BB1D837E895}"/>
              </a:ext>
            </a:extLst>
          </p:cNvPr>
          <p:cNvSpPr/>
          <p:nvPr/>
        </p:nvSpPr>
        <p:spPr>
          <a:xfrm>
            <a:off x="1389024" y="1332325"/>
            <a:ext cx="2189063" cy="595865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259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19ECFE3-227B-35C2-1B7E-C927942C7D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326" y="0"/>
            <a:ext cx="10261347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004BAB1-6A47-58F9-295E-76BF4CCCB87D}"/>
              </a:ext>
            </a:extLst>
          </p:cNvPr>
          <p:cNvSpPr/>
          <p:nvPr/>
        </p:nvSpPr>
        <p:spPr>
          <a:xfrm>
            <a:off x="4074035" y="5480376"/>
            <a:ext cx="2189063" cy="172279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C0AF9E-96EB-6CCC-3B9B-0DE15F549580}"/>
              </a:ext>
            </a:extLst>
          </p:cNvPr>
          <p:cNvSpPr/>
          <p:nvPr/>
        </p:nvSpPr>
        <p:spPr>
          <a:xfrm>
            <a:off x="4074034" y="5056791"/>
            <a:ext cx="2517959" cy="263354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0A4B3EC-BD77-D441-24CF-8374FA5762C2}"/>
              </a:ext>
            </a:extLst>
          </p:cNvPr>
          <p:cNvSpPr/>
          <p:nvPr/>
        </p:nvSpPr>
        <p:spPr>
          <a:xfrm>
            <a:off x="10360746" y="340823"/>
            <a:ext cx="221357" cy="20781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8FC12B-3811-D71E-31FD-98AA94C05A14}"/>
              </a:ext>
            </a:extLst>
          </p:cNvPr>
          <p:cNvSpPr txBox="1"/>
          <p:nvPr/>
        </p:nvSpPr>
        <p:spPr>
          <a:xfrm>
            <a:off x="8703425" y="2101302"/>
            <a:ext cx="24199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rgbClr val="C00000"/>
                </a:solidFill>
              </a:rPr>
              <a:t>Run button only works after a </a:t>
            </a:r>
            <a:r>
              <a:rPr lang="en-GB" dirty="0" err="1">
                <a:solidFill>
                  <a:srgbClr val="C00000"/>
                </a:solidFill>
              </a:rPr>
              <a:t>venv</a:t>
            </a:r>
            <a:r>
              <a:rPr lang="en-GB" dirty="0">
                <a:solidFill>
                  <a:srgbClr val="C00000"/>
                </a:solidFill>
              </a:rPr>
              <a:t> has been created at the command line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70B96CA-FB7A-3DB5-A5DC-59D3C965442A}"/>
              </a:ext>
            </a:extLst>
          </p:cNvPr>
          <p:cNvCxnSpPr>
            <a:endCxn id="9" idx="2"/>
          </p:cNvCxnSpPr>
          <p:nvPr/>
        </p:nvCxnSpPr>
        <p:spPr>
          <a:xfrm flipV="1">
            <a:off x="10471424" y="548641"/>
            <a:ext cx="1" cy="152773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24040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C923B60-1CA2-0DBE-B883-C2F47D10AB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1069" y="0"/>
            <a:ext cx="748986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3821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244A595-1C28-101B-85BF-B53E15DC71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326" y="0"/>
            <a:ext cx="10261347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A32F099-718A-67EF-7C1C-F93D018B15A2}"/>
              </a:ext>
            </a:extLst>
          </p:cNvPr>
          <p:cNvSpPr/>
          <p:nvPr/>
        </p:nvSpPr>
        <p:spPr>
          <a:xfrm>
            <a:off x="1513714" y="784049"/>
            <a:ext cx="1196235" cy="279979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4D3C46-9BE2-0390-6149-C7B4F0F9D813}"/>
              </a:ext>
            </a:extLst>
          </p:cNvPr>
          <p:cNvSpPr/>
          <p:nvPr/>
        </p:nvSpPr>
        <p:spPr>
          <a:xfrm>
            <a:off x="965327" y="1158122"/>
            <a:ext cx="406274" cy="37142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D490B9-382B-E95C-D50F-EBE37BAC526F}"/>
              </a:ext>
            </a:extLst>
          </p:cNvPr>
          <p:cNvSpPr/>
          <p:nvPr/>
        </p:nvSpPr>
        <p:spPr>
          <a:xfrm>
            <a:off x="1513714" y="1080478"/>
            <a:ext cx="2517959" cy="27997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E855C8-EAA2-BEC8-830B-FA62EA9F13A9}"/>
              </a:ext>
            </a:extLst>
          </p:cNvPr>
          <p:cNvSpPr/>
          <p:nvPr/>
        </p:nvSpPr>
        <p:spPr>
          <a:xfrm>
            <a:off x="3417328" y="520695"/>
            <a:ext cx="248585" cy="27997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55046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01F91D-4095-EFB8-26D7-7AFDF14770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326" y="0"/>
            <a:ext cx="10261347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16F22A5-B122-06B2-CB97-AE523D38CB51}"/>
              </a:ext>
            </a:extLst>
          </p:cNvPr>
          <p:cNvSpPr/>
          <p:nvPr/>
        </p:nvSpPr>
        <p:spPr>
          <a:xfrm>
            <a:off x="1513714" y="1080478"/>
            <a:ext cx="2517959" cy="27997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71730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</Words>
  <Application>Microsoft Office PowerPoint</Application>
  <PresentationFormat>Widescreen</PresentationFormat>
  <Paragraphs>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 Casson</dc:creator>
  <cp:lastModifiedBy>Alex Casson</cp:lastModifiedBy>
  <cp:revision>1</cp:revision>
  <dcterms:created xsi:type="dcterms:W3CDTF">2025-08-08T05:28:43Z</dcterms:created>
  <dcterms:modified xsi:type="dcterms:W3CDTF">2025-11-18T20:57:16Z</dcterms:modified>
</cp:coreProperties>
</file>