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CB27A-723E-4A06-93BC-310093EB70E2}" v="11" dt="2026-01-21T16:57:28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9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Casson" userId="53cffa54-f866-4b4c-8e51-0383f28edfe1" providerId="ADAL" clId="{6CFC2141-1B0A-45D5-9B60-96DCD45AC834}"/>
    <pc:docChg chg="undo custSel addSld modSld">
      <pc:chgData name="Alex Casson" userId="53cffa54-f866-4b4c-8e51-0383f28edfe1" providerId="ADAL" clId="{6CFC2141-1B0A-45D5-9B60-96DCD45AC834}" dt="2026-01-21T18:23:23.208" v="86" actId="22"/>
      <pc:docMkLst>
        <pc:docMk/>
      </pc:docMkLst>
      <pc:sldChg chg="addSp delSp modSp new mod">
        <pc:chgData name="Alex Casson" userId="53cffa54-f866-4b4c-8e51-0383f28edfe1" providerId="ADAL" clId="{6CFC2141-1B0A-45D5-9B60-96DCD45AC834}" dt="2026-01-09T20:39:36.493" v="9" actId="14100"/>
        <pc:sldMkLst>
          <pc:docMk/>
          <pc:sldMk cId="2733535654" sldId="256"/>
        </pc:sldMkLst>
        <pc:spChg chg="add mod">
          <ac:chgData name="Alex Casson" userId="53cffa54-f866-4b4c-8e51-0383f28edfe1" providerId="ADAL" clId="{6CFC2141-1B0A-45D5-9B60-96DCD45AC834}" dt="2026-01-09T20:39:36.493" v="9" actId="14100"/>
          <ac:spMkLst>
            <pc:docMk/>
            <pc:sldMk cId="2733535654" sldId="256"/>
            <ac:spMk id="6" creationId="{BD6EA96C-5DB2-D8EE-7811-7312AAA8FD42}"/>
          </ac:spMkLst>
        </pc:spChg>
        <pc:picChg chg="add mod">
          <ac:chgData name="Alex Casson" userId="53cffa54-f866-4b4c-8e51-0383f28edfe1" providerId="ADAL" clId="{6CFC2141-1B0A-45D5-9B60-96DCD45AC834}" dt="2026-01-09T20:39:19.628" v="5" actId="962"/>
          <ac:picMkLst>
            <pc:docMk/>
            <pc:sldMk cId="2733535654" sldId="256"/>
            <ac:picMk id="5" creationId="{28EC9090-EFFB-450A-241E-9637192026E1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09T20:42:40.150" v="16"/>
        <pc:sldMkLst>
          <pc:docMk/>
          <pc:sldMk cId="666755099" sldId="257"/>
        </pc:sldMkLst>
        <pc:spChg chg="add mod">
          <ac:chgData name="Alex Casson" userId="53cffa54-f866-4b4c-8e51-0383f28edfe1" providerId="ADAL" clId="{6CFC2141-1B0A-45D5-9B60-96DCD45AC834}" dt="2026-01-09T20:42:40.150" v="16"/>
          <ac:spMkLst>
            <pc:docMk/>
            <pc:sldMk cId="666755099" sldId="257"/>
            <ac:spMk id="6" creationId="{215DFC9A-4C56-20A9-7B8D-307A4255A754}"/>
          </ac:spMkLst>
        </pc:spChg>
        <pc:picChg chg="add mod">
          <ac:chgData name="Alex Casson" userId="53cffa54-f866-4b4c-8e51-0383f28edfe1" providerId="ADAL" clId="{6CFC2141-1B0A-45D5-9B60-96DCD45AC834}" dt="2026-01-09T20:42:33.267" v="15" actId="962"/>
          <ac:picMkLst>
            <pc:docMk/>
            <pc:sldMk cId="666755099" sldId="257"/>
            <ac:picMk id="5" creationId="{C440A2C0-7B65-5E8C-99CB-87CC0CE9CE35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10T15:50:53.296" v="25" actId="14100"/>
        <pc:sldMkLst>
          <pc:docMk/>
          <pc:sldMk cId="1575840529" sldId="258"/>
        </pc:sldMkLst>
        <pc:spChg chg="add mod">
          <ac:chgData name="Alex Casson" userId="53cffa54-f866-4b4c-8e51-0383f28edfe1" providerId="ADAL" clId="{6CFC2141-1B0A-45D5-9B60-96DCD45AC834}" dt="2026-01-10T15:50:53.296" v="25" actId="14100"/>
          <ac:spMkLst>
            <pc:docMk/>
            <pc:sldMk cId="1575840529" sldId="258"/>
            <ac:spMk id="6" creationId="{ABDA8F1F-2681-B42F-5BBF-BD0C9586759F}"/>
          </ac:spMkLst>
        </pc:spChg>
        <pc:picChg chg="add mod">
          <ac:chgData name="Alex Casson" userId="53cffa54-f866-4b4c-8e51-0383f28edfe1" providerId="ADAL" clId="{6CFC2141-1B0A-45D5-9B60-96DCD45AC834}" dt="2026-01-10T15:50:43.626" v="23" actId="1076"/>
          <ac:picMkLst>
            <pc:docMk/>
            <pc:sldMk cId="1575840529" sldId="258"/>
            <ac:picMk id="5" creationId="{79DE2761-5838-BD42-9A78-6219D7C9DA59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10T16:42:40.636" v="39" actId="14100"/>
        <pc:sldMkLst>
          <pc:docMk/>
          <pc:sldMk cId="342545915" sldId="259"/>
        </pc:sldMkLst>
        <pc:spChg chg="add mod">
          <ac:chgData name="Alex Casson" userId="53cffa54-f866-4b4c-8e51-0383f28edfe1" providerId="ADAL" clId="{6CFC2141-1B0A-45D5-9B60-96DCD45AC834}" dt="2026-01-10T16:42:20.519" v="33" actId="14100"/>
          <ac:spMkLst>
            <pc:docMk/>
            <pc:sldMk cId="342545915" sldId="259"/>
            <ac:spMk id="6" creationId="{FF290C48-B001-19B3-654A-3F95906C9FC9}"/>
          </ac:spMkLst>
        </pc:spChg>
        <pc:spChg chg="add mod">
          <ac:chgData name="Alex Casson" userId="53cffa54-f866-4b4c-8e51-0383f28edfe1" providerId="ADAL" clId="{6CFC2141-1B0A-45D5-9B60-96DCD45AC834}" dt="2026-01-10T16:42:31.046" v="36" actId="14100"/>
          <ac:spMkLst>
            <pc:docMk/>
            <pc:sldMk cId="342545915" sldId="259"/>
            <ac:spMk id="7" creationId="{5CCBA461-DACA-853E-9393-28D37F791F99}"/>
          </ac:spMkLst>
        </pc:spChg>
        <pc:spChg chg="add mod">
          <ac:chgData name="Alex Casson" userId="53cffa54-f866-4b4c-8e51-0383f28edfe1" providerId="ADAL" clId="{6CFC2141-1B0A-45D5-9B60-96DCD45AC834}" dt="2026-01-10T16:42:40.636" v="39" actId="14100"/>
          <ac:spMkLst>
            <pc:docMk/>
            <pc:sldMk cId="342545915" sldId="259"/>
            <ac:spMk id="8" creationId="{207D2AD1-2751-A19C-78A7-A0EB9C823C7A}"/>
          </ac:spMkLst>
        </pc:spChg>
        <pc:picChg chg="add">
          <ac:chgData name="Alex Casson" userId="53cffa54-f866-4b4c-8e51-0383f28edfe1" providerId="ADAL" clId="{6CFC2141-1B0A-45D5-9B60-96DCD45AC834}" dt="2026-01-10T16:22:49.071" v="29" actId="22"/>
          <ac:picMkLst>
            <pc:docMk/>
            <pc:sldMk cId="342545915" sldId="259"/>
            <ac:picMk id="5" creationId="{FB18C9FC-6D7B-6DA6-C90E-D5FC254EA71E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1T16:57:36.160" v="82" actId="1076"/>
        <pc:sldMkLst>
          <pc:docMk/>
          <pc:sldMk cId="3767502288" sldId="260"/>
        </pc:sldMkLst>
        <pc:spChg chg="del">
          <ac:chgData name="Alex Casson" userId="53cffa54-f866-4b4c-8e51-0383f28edfe1" providerId="ADAL" clId="{6CFC2141-1B0A-45D5-9B60-96DCD45AC834}" dt="2026-01-21T16:56:07.151" v="42" actId="478"/>
          <ac:spMkLst>
            <pc:docMk/>
            <pc:sldMk cId="3767502288" sldId="260"/>
            <ac:spMk id="2" creationId="{049277C3-C95F-357A-A0EA-14345F44701B}"/>
          </ac:spMkLst>
        </pc:spChg>
        <pc:spChg chg="del">
          <ac:chgData name="Alex Casson" userId="53cffa54-f866-4b4c-8e51-0383f28edfe1" providerId="ADAL" clId="{6CFC2141-1B0A-45D5-9B60-96DCD45AC834}" dt="2026-01-21T16:56:06.595" v="41" actId="478"/>
          <ac:spMkLst>
            <pc:docMk/>
            <pc:sldMk cId="3767502288" sldId="260"/>
            <ac:spMk id="3" creationId="{E6F0D501-AD9E-09B1-9E0A-85E972B90E1F}"/>
          </ac:spMkLst>
        </pc:spChg>
        <pc:spChg chg="add mod">
          <ac:chgData name="Alex Casson" userId="53cffa54-f866-4b4c-8e51-0383f28edfe1" providerId="ADAL" clId="{6CFC2141-1B0A-45D5-9B60-96DCD45AC834}" dt="2026-01-21T16:56:23.009" v="46" actId="14100"/>
          <ac:spMkLst>
            <pc:docMk/>
            <pc:sldMk cId="3767502288" sldId="260"/>
            <ac:spMk id="6" creationId="{59967B01-22FE-2698-685D-55AA29DC3E35}"/>
          </ac:spMkLst>
        </pc:spChg>
        <pc:spChg chg="add mod">
          <ac:chgData name="Alex Casson" userId="53cffa54-f866-4b4c-8e51-0383f28edfe1" providerId="ADAL" clId="{6CFC2141-1B0A-45D5-9B60-96DCD45AC834}" dt="2026-01-21T16:56:38.258" v="49" actId="14100"/>
          <ac:spMkLst>
            <pc:docMk/>
            <pc:sldMk cId="3767502288" sldId="260"/>
            <ac:spMk id="7" creationId="{1A881A6B-57B6-4E6C-F1AD-97099994B462}"/>
          </ac:spMkLst>
        </pc:spChg>
        <pc:spChg chg="add del mod">
          <ac:chgData name="Alex Casson" userId="53cffa54-f866-4b4c-8e51-0383f28edfe1" providerId="ADAL" clId="{6CFC2141-1B0A-45D5-9B60-96DCD45AC834}" dt="2026-01-21T16:56:53.200" v="57" actId="478"/>
          <ac:spMkLst>
            <pc:docMk/>
            <pc:sldMk cId="3767502288" sldId="260"/>
            <ac:spMk id="8" creationId="{7CD1AB2C-7EFC-F1BF-2267-A88210BD303B}"/>
          </ac:spMkLst>
        </pc:spChg>
        <pc:spChg chg="add mod">
          <ac:chgData name="Alex Casson" userId="53cffa54-f866-4b4c-8e51-0383f28edfe1" providerId="ADAL" clId="{6CFC2141-1B0A-45D5-9B60-96DCD45AC834}" dt="2026-01-21T16:57:26.066" v="66" actId="1076"/>
          <ac:spMkLst>
            <pc:docMk/>
            <pc:sldMk cId="3767502288" sldId="260"/>
            <ac:spMk id="9" creationId="{A49EB342-8F8C-AEAE-B40A-A55BA3E5E9EA}"/>
          </ac:spMkLst>
        </pc:spChg>
        <pc:spChg chg="add mod">
          <ac:chgData name="Alex Casson" userId="53cffa54-f866-4b4c-8e51-0383f28edfe1" providerId="ADAL" clId="{6CFC2141-1B0A-45D5-9B60-96DCD45AC834}" dt="2026-01-21T16:57:36.160" v="82" actId="1076"/>
          <ac:spMkLst>
            <pc:docMk/>
            <pc:sldMk cId="3767502288" sldId="260"/>
            <ac:spMk id="10" creationId="{967AD69A-9D53-A598-FF9B-8A73E4FF61E7}"/>
          </ac:spMkLst>
        </pc:spChg>
        <pc:picChg chg="add">
          <ac:chgData name="Alex Casson" userId="53cffa54-f866-4b4c-8e51-0383f28edfe1" providerId="ADAL" clId="{6CFC2141-1B0A-45D5-9B60-96DCD45AC834}" dt="2026-01-21T16:56:08.720" v="43" actId="22"/>
          <ac:picMkLst>
            <pc:docMk/>
            <pc:sldMk cId="3767502288" sldId="260"/>
            <ac:picMk id="5" creationId="{583A83E4-BFA8-74A6-C8A3-14F85F5380BA}"/>
          </ac:picMkLst>
        </pc:picChg>
      </pc:sldChg>
      <pc:sldChg chg="addSp delSp new mod">
        <pc:chgData name="Alex Casson" userId="53cffa54-f866-4b4c-8e51-0383f28edfe1" providerId="ADAL" clId="{6CFC2141-1B0A-45D5-9B60-96DCD45AC834}" dt="2026-01-21T18:23:23.208" v="86" actId="22"/>
        <pc:sldMkLst>
          <pc:docMk/>
          <pc:sldMk cId="306873889" sldId="261"/>
        </pc:sldMkLst>
        <pc:spChg chg="del">
          <ac:chgData name="Alex Casson" userId="53cffa54-f866-4b4c-8e51-0383f28edfe1" providerId="ADAL" clId="{6CFC2141-1B0A-45D5-9B60-96DCD45AC834}" dt="2026-01-21T18:23:21.373" v="84" actId="478"/>
          <ac:spMkLst>
            <pc:docMk/>
            <pc:sldMk cId="306873889" sldId="261"/>
            <ac:spMk id="2" creationId="{38B6C467-5C71-BB33-2600-6BBC9A8B28B1}"/>
          </ac:spMkLst>
        </pc:spChg>
        <pc:spChg chg="del">
          <ac:chgData name="Alex Casson" userId="53cffa54-f866-4b4c-8e51-0383f28edfe1" providerId="ADAL" clId="{6CFC2141-1B0A-45D5-9B60-96DCD45AC834}" dt="2026-01-21T18:23:22.149" v="85" actId="478"/>
          <ac:spMkLst>
            <pc:docMk/>
            <pc:sldMk cId="306873889" sldId="261"/>
            <ac:spMk id="3" creationId="{5460B31B-9425-116B-F823-A351623C013F}"/>
          </ac:spMkLst>
        </pc:spChg>
        <pc:picChg chg="add">
          <ac:chgData name="Alex Casson" userId="53cffa54-f866-4b4c-8e51-0383f28edfe1" providerId="ADAL" clId="{6CFC2141-1B0A-45D5-9B60-96DCD45AC834}" dt="2026-01-21T18:23:23.208" v="86" actId="22"/>
          <ac:picMkLst>
            <pc:docMk/>
            <pc:sldMk cId="306873889" sldId="261"/>
            <ac:picMk id="5" creationId="{F30A9EA9-DECB-E096-E169-D050C1C41844}"/>
          </ac:picMkLst>
        </pc:picChg>
      </pc:sldChg>
      <pc:sldMasterChg chg="addSldLayout">
        <pc:chgData name="Alex Casson" userId="53cffa54-f866-4b4c-8e51-0383f28edfe1" providerId="ADAL" clId="{6CFC2141-1B0A-45D5-9B60-96DCD45AC834}" dt="2026-01-09T20:39:15.722" v="0" actId="680"/>
        <pc:sldMasterMkLst>
          <pc:docMk/>
          <pc:sldMasterMk cId="3676468489" sldId="2147483648"/>
        </pc:sldMasterMkLst>
        <pc:sldLayoutChg chg="add">
          <pc:chgData name="Alex Casson" userId="53cffa54-f866-4b4c-8e51-0383f28edfe1" providerId="ADAL" clId="{6CFC2141-1B0A-45D5-9B60-96DCD45AC834}" dt="2026-01-09T20:39:15.722" v="0" actId="680"/>
          <pc:sldLayoutMkLst>
            <pc:docMk/>
            <pc:sldMasterMk cId="3676468489" sldId="2147483648"/>
            <pc:sldLayoutMk cId="229778174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7E9D-4BD1-6C1F-DB92-40952D561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A01DF-9DB3-A178-4904-154266532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7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46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EC9090-EFFB-450A-241E-963719202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28" y="0"/>
            <a:ext cx="921454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6EA96C-5DB2-D8EE-7811-7312AAA8FD42}"/>
              </a:ext>
            </a:extLst>
          </p:cNvPr>
          <p:cNvSpPr/>
          <p:nvPr/>
        </p:nvSpPr>
        <p:spPr>
          <a:xfrm>
            <a:off x="3894118" y="5883965"/>
            <a:ext cx="3277960" cy="7032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535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40A2C0-7B65-5E8C-99CB-87CC0CE9C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28" y="0"/>
            <a:ext cx="921454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5DFC9A-4C56-20A9-7B8D-307A4255A754}"/>
              </a:ext>
            </a:extLst>
          </p:cNvPr>
          <p:cNvSpPr/>
          <p:nvPr/>
        </p:nvSpPr>
        <p:spPr>
          <a:xfrm>
            <a:off x="3894118" y="5883965"/>
            <a:ext cx="3277960" cy="7032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75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E2761-5838-BD42-9A78-6219D7C9D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28" y="0"/>
            <a:ext cx="921454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A8F1F-2681-B42F-5BBF-BD0C9586759F}"/>
              </a:ext>
            </a:extLst>
          </p:cNvPr>
          <p:cNvSpPr/>
          <p:nvPr/>
        </p:nvSpPr>
        <p:spPr>
          <a:xfrm>
            <a:off x="5373060" y="1113183"/>
            <a:ext cx="5098807" cy="39756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84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8C9FC-6D7B-6DA6-C90E-D5FC254EA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28" y="0"/>
            <a:ext cx="921454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290C48-B001-19B3-654A-3F95906C9FC9}"/>
              </a:ext>
            </a:extLst>
          </p:cNvPr>
          <p:cNvSpPr/>
          <p:nvPr/>
        </p:nvSpPr>
        <p:spPr>
          <a:xfrm>
            <a:off x="7855890" y="5470498"/>
            <a:ext cx="1685676" cy="42937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CBA461-DACA-853E-9393-28D37F791F99}"/>
              </a:ext>
            </a:extLst>
          </p:cNvPr>
          <p:cNvSpPr/>
          <p:nvPr/>
        </p:nvSpPr>
        <p:spPr>
          <a:xfrm>
            <a:off x="3937223" y="5773973"/>
            <a:ext cx="674534" cy="18950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D2AD1-2751-A19C-78A7-A0EB9C823C7A}"/>
              </a:ext>
            </a:extLst>
          </p:cNvPr>
          <p:cNvSpPr/>
          <p:nvPr/>
        </p:nvSpPr>
        <p:spPr>
          <a:xfrm>
            <a:off x="2084568" y="2490084"/>
            <a:ext cx="1685676" cy="15094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4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3A83E4-BFA8-74A6-C8A3-14F85F538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84" y="0"/>
            <a:ext cx="1025623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967B01-22FE-2698-685D-55AA29DC3E35}"/>
              </a:ext>
            </a:extLst>
          </p:cNvPr>
          <p:cNvSpPr/>
          <p:nvPr/>
        </p:nvSpPr>
        <p:spPr>
          <a:xfrm>
            <a:off x="4094329" y="4406452"/>
            <a:ext cx="1213478" cy="1798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881A6B-57B6-4E6C-F1AD-97099994B462}"/>
              </a:ext>
            </a:extLst>
          </p:cNvPr>
          <p:cNvSpPr/>
          <p:nvPr/>
        </p:nvSpPr>
        <p:spPr>
          <a:xfrm>
            <a:off x="4094329" y="4586288"/>
            <a:ext cx="5092534" cy="10644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EB342-8F8C-AEAE-B40A-A55BA3E5E9EA}"/>
              </a:ext>
            </a:extLst>
          </p:cNvPr>
          <p:cNvSpPr txBox="1"/>
          <p:nvPr/>
        </p:nvSpPr>
        <p:spPr>
          <a:xfrm>
            <a:off x="3132260" y="4311704"/>
            <a:ext cx="96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AD69A-9D53-A598-FF9B-8A73E4FF61E7}"/>
              </a:ext>
            </a:extLst>
          </p:cNvPr>
          <p:cNvSpPr txBox="1"/>
          <p:nvPr/>
        </p:nvSpPr>
        <p:spPr>
          <a:xfrm>
            <a:off x="9186863" y="4586288"/>
            <a:ext cx="161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Error message</a:t>
            </a:r>
          </a:p>
        </p:txBody>
      </p:sp>
    </p:spTree>
    <p:extLst>
      <p:ext uri="{BB962C8B-B14F-4D97-AF65-F5344CB8AC3E}">
        <p14:creationId xmlns:p14="http://schemas.microsoft.com/office/powerpoint/2010/main" val="376750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A9EA9-DECB-E096-E169-D050C1C41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84" y="0"/>
            <a:ext cx="10256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Casson</dc:creator>
  <cp:lastModifiedBy>Alex Casson</cp:lastModifiedBy>
  <cp:revision>1</cp:revision>
  <dcterms:created xsi:type="dcterms:W3CDTF">2026-01-09T20:39:14Z</dcterms:created>
  <dcterms:modified xsi:type="dcterms:W3CDTF">2026-01-21T18:23:28Z</dcterms:modified>
</cp:coreProperties>
</file>