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1CB27A-723E-4A06-93BC-310093EB70E2}" v="6" dt="2026-01-10T16:42:32.4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52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Casson" userId="53cffa54-f866-4b4c-8e51-0383f28edfe1" providerId="ADAL" clId="{6CFC2141-1B0A-45D5-9B60-96DCD45AC834}"/>
    <pc:docChg chg="undo custSel addSld modSld">
      <pc:chgData name="Alex Casson" userId="53cffa54-f866-4b4c-8e51-0383f28edfe1" providerId="ADAL" clId="{6CFC2141-1B0A-45D5-9B60-96DCD45AC834}" dt="2026-01-10T16:42:40.636" v="39" actId="14100"/>
      <pc:docMkLst>
        <pc:docMk/>
      </pc:docMkLst>
      <pc:sldChg chg="addSp delSp modSp new mod">
        <pc:chgData name="Alex Casson" userId="53cffa54-f866-4b4c-8e51-0383f28edfe1" providerId="ADAL" clId="{6CFC2141-1B0A-45D5-9B60-96DCD45AC834}" dt="2026-01-09T20:39:36.493" v="9" actId="14100"/>
        <pc:sldMkLst>
          <pc:docMk/>
          <pc:sldMk cId="2733535654" sldId="256"/>
        </pc:sldMkLst>
        <pc:spChg chg="del">
          <ac:chgData name="Alex Casson" userId="53cffa54-f866-4b4c-8e51-0383f28edfe1" providerId="ADAL" clId="{6CFC2141-1B0A-45D5-9B60-96DCD45AC834}" dt="2026-01-09T20:39:18.089" v="2" actId="478"/>
          <ac:spMkLst>
            <pc:docMk/>
            <pc:sldMk cId="2733535654" sldId="256"/>
            <ac:spMk id="2" creationId="{0132DF44-A8E2-827F-A4EB-A90BCC6B7988}"/>
          </ac:spMkLst>
        </pc:spChg>
        <pc:spChg chg="del">
          <ac:chgData name="Alex Casson" userId="53cffa54-f866-4b4c-8e51-0383f28edfe1" providerId="ADAL" clId="{6CFC2141-1B0A-45D5-9B60-96DCD45AC834}" dt="2026-01-09T20:39:17.531" v="1" actId="478"/>
          <ac:spMkLst>
            <pc:docMk/>
            <pc:sldMk cId="2733535654" sldId="256"/>
            <ac:spMk id="3" creationId="{9A3E7B4A-DB8B-5EA0-27C5-43DEF6B156D4}"/>
          </ac:spMkLst>
        </pc:spChg>
        <pc:spChg chg="add mod">
          <ac:chgData name="Alex Casson" userId="53cffa54-f866-4b4c-8e51-0383f28edfe1" providerId="ADAL" clId="{6CFC2141-1B0A-45D5-9B60-96DCD45AC834}" dt="2026-01-09T20:39:36.493" v="9" actId="14100"/>
          <ac:spMkLst>
            <pc:docMk/>
            <pc:sldMk cId="2733535654" sldId="256"/>
            <ac:spMk id="6" creationId="{BD6EA96C-5DB2-D8EE-7811-7312AAA8FD42}"/>
          </ac:spMkLst>
        </pc:spChg>
        <pc:picChg chg="add mod">
          <ac:chgData name="Alex Casson" userId="53cffa54-f866-4b4c-8e51-0383f28edfe1" providerId="ADAL" clId="{6CFC2141-1B0A-45D5-9B60-96DCD45AC834}" dt="2026-01-09T20:39:19.628" v="5" actId="962"/>
          <ac:picMkLst>
            <pc:docMk/>
            <pc:sldMk cId="2733535654" sldId="256"/>
            <ac:picMk id="5" creationId="{28EC9090-EFFB-450A-241E-9637192026E1}"/>
          </ac:picMkLst>
        </pc:picChg>
      </pc:sldChg>
      <pc:sldChg chg="addSp delSp modSp new mod">
        <pc:chgData name="Alex Casson" userId="53cffa54-f866-4b4c-8e51-0383f28edfe1" providerId="ADAL" clId="{6CFC2141-1B0A-45D5-9B60-96DCD45AC834}" dt="2026-01-09T20:42:40.150" v="16"/>
        <pc:sldMkLst>
          <pc:docMk/>
          <pc:sldMk cId="666755099" sldId="257"/>
        </pc:sldMkLst>
        <pc:spChg chg="del">
          <ac:chgData name="Alex Casson" userId="53cffa54-f866-4b4c-8e51-0383f28edfe1" providerId="ADAL" clId="{6CFC2141-1B0A-45D5-9B60-96DCD45AC834}" dt="2026-01-09T20:42:30.827" v="11" actId="478"/>
          <ac:spMkLst>
            <pc:docMk/>
            <pc:sldMk cId="666755099" sldId="257"/>
            <ac:spMk id="2" creationId="{0BD0DE1D-64B8-A32A-3C3E-59396A57E921}"/>
          </ac:spMkLst>
        </pc:spChg>
        <pc:spChg chg="del">
          <ac:chgData name="Alex Casson" userId="53cffa54-f866-4b4c-8e51-0383f28edfe1" providerId="ADAL" clId="{6CFC2141-1B0A-45D5-9B60-96DCD45AC834}" dt="2026-01-09T20:42:32.264" v="12" actId="478"/>
          <ac:spMkLst>
            <pc:docMk/>
            <pc:sldMk cId="666755099" sldId="257"/>
            <ac:spMk id="3" creationId="{D8D7E337-8AB1-06C7-0B94-92DE5859A8E1}"/>
          </ac:spMkLst>
        </pc:spChg>
        <pc:spChg chg="add mod">
          <ac:chgData name="Alex Casson" userId="53cffa54-f866-4b4c-8e51-0383f28edfe1" providerId="ADAL" clId="{6CFC2141-1B0A-45D5-9B60-96DCD45AC834}" dt="2026-01-09T20:42:40.150" v="16"/>
          <ac:spMkLst>
            <pc:docMk/>
            <pc:sldMk cId="666755099" sldId="257"/>
            <ac:spMk id="6" creationId="{215DFC9A-4C56-20A9-7B8D-307A4255A754}"/>
          </ac:spMkLst>
        </pc:spChg>
        <pc:picChg chg="add mod">
          <ac:chgData name="Alex Casson" userId="53cffa54-f866-4b4c-8e51-0383f28edfe1" providerId="ADAL" clId="{6CFC2141-1B0A-45D5-9B60-96DCD45AC834}" dt="2026-01-09T20:42:33.267" v="15" actId="962"/>
          <ac:picMkLst>
            <pc:docMk/>
            <pc:sldMk cId="666755099" sldId="257"/>
            <ac:picMk id="5" creationId="{C440A2C0-7B65-5E8C-99CB-87CC0CE9CE35}"/>
          </ac:picMkLst>
        </pc:picChg>
      </pc:sldChg>
      <pc:sldChg chg="addSp delSp modSp new mod">
        <pc:chgData name="Alex Casson" userId="53cffa54-f866-4b4c-8e51-0383f28edfe1" providerId="ADAL" clId="{6CFC2141-1B0A-45D5-9B60-96DCD45AC834}" dt="2026-01-10T15:50:53.296" v="25" actId="14100"/>
        <pc:sldMkLst>
          <pc:docMk/>
          <pc:sldMk cId="1575840529" sldId="258"/>
        </pc:sldMkLst>
        <pc:spChg chg="del">
          <ac:chgData name="Alex Casson" userId="53cffa54-f866-4b4c-8e51-0383f28edfe1" providerId="ADAL" clId="{6CFC2141-1B0A-45D5-9B60-96DCD45AC834}" dt="2026-01-10T15:50:30.350" v="18" actId="478"/>
          <ac:spMkLst>
            <pc:docMk/>
            <pc:sldMk cId="1575840529" sldId="258"/>
            <ac:spMk id="2" creationId="{9CA8A168-BBA5-55A5-3F79-0B8BC342AF16}"/>
          </ac:spMkLst>
        </pc:spChg>
        <pc:spChg chg="del">
          <ac:chgData name="Alex Casson" userId="53cffa54-f866-4b4c-8e51-0383f28edfe1" providerId="ADAL" clId="{6CFC2141-1B0A-45D5-9B60-96DCD45AC834}" dt="2026-01-10T15:50:32.450" v="19" actId="478"/>
          <ac:spMkLst>
            <pc:docMk/>
            <pc:sldMk cId="1575840529" sldId="258"/>
            <ac:spMk id="3" creationId="{2F481B27-7A73-F35B-FBA3-46C2252B9D93}"/>
          </ac:spMkLst>
        </pc:spChg>
        <pc:spChg chg="add mod">
          <ac:chgData name="Alex Casson" userId="53cffa54-f866-4b4c-8e51-0383f28edfe1" providerId="ADAL" clId="{6CFC2141-1B0A-45D5-9B60-96DCD45AC834}" dt="2026-01-10T15:50:53.296" v="25" actId="14100"/>
          <ac:spMkLst>
            <pc:docMk/>
            <pc:sldMk cId="1575840529" sldId="258"/>
            <ac:spMk id="6" creationId="{ABDA8F1F-2681-B42F-5BBF-BD0C9586759F}"/>
          </ac:spMkLst>
        </pc:spChg>
        <pc:picChg chg="add mod">
          <ac:chgData name="Alex Casson" userId="53cffa54-f866-4b4c-8e51-0383f28edfe1" providerId="ADAL" clId="{6CFC2141-1B0A-45D5-9B60-96DCD45AC834}" dt="2026-01-10T15:50:43.626" v="23" actId="1076"/>
          <ac:picMkLst>
            <pc:docMk/>
            <pc:sldMk cId="1575840529" sldId="258"/>
            <ac:picMk id="5" creationId="{79DE2761-5838-BD42-9A78-6219D7C9DA59}"/>
          </ac:picMkLst>
        </pc:picChg>
      </pc:sldChg>
      <pc:sldChg chg="addSp delSp modSp new mod">
        <pc:chgData name="Alex Casson" userId="53cffa54-f866-4b4c-8e51-0383f28edfe1" providerId="ADAL" clId="{6CFC2141-1B0A-45D5-9B60-96DCD45AC834}" dt="2026-01-10T16:42:40.636" v="39" actId="14100"/>
        <pc:sldMkLst>
          <pc:docMk/>
          <pc:sldMk cId="342545915" sldId="259"/>
        </pc:sldMkLst>
        <pc:spChg chg="del">
          <ac:chgData name="Alex Casson" userId="53cffa54-f866-4b4c-8e51-0383f28edfe1" providerId="ADAL" clId="{6CFC2141-1B0A-45D5-9B60-96DCD45AC834}" dt="2026-01-10T16:22:46.081" v="27" actId="478"/>
          <ac:spMkLst>
            <pc:docMk/>
            <pc:sldMk cId="342545915" sldId="259"/>
            <ac:spMk id="2" creationId="{D8B1C41F-26FD-B241-6D54-17679A22C274}"/>
          </ac:spMkLst>
        </pc:spChg>
        <pc:spChg chg="del">
          <ac:chgData name="Alex Casson" userId="53cffa54-f866-4b4c-8e51-0383f28edfe1" providerId="ADAL" clId="{6CFC2141-1B0A-45D5-9B60-96DCD45AC834}" dt="2026-01-10T16:22:47.306" v="28" actId="478"/>
          <ac:spMkLst>
            <pc:docMk/>
            <pc:sldMk cId="342545915" sldId="259"/>
            <ac:spMk id="3" creationId="{8CAF1337-D2FE-50EC-799F-902496C6FD45}"/>
          </ac:spMkLst>
        </pc:spChg>
        <pc:spChg chg="add mod">
          <ac:chgData name="Alex Casson" userId="53cffa54-f866-4b4c-8e51-0383f28edfe1" providerId="ADAL" clId="{6CFC2141-1B0A-45D5-9B60-96DCD45AC834}" dt="2026-01-10T16:42:20.519" v="33" actId="14100"/>
          <ac:spMkLst>
            <pc:docMk/>
            <pc:sldMk cId="342545915" sldId="259"/>
            <ac:spMk id="6" creationId="{FF290C48-B001-19B3-654A-3F95906C9FC9}"/>
          </ac:spMkLst>
        </pc:spChg>
        <pc:spChg chg="add mod">
          <ac:chgData name="Alex Casson" userId="53cffa54-f866-4b4c-8e51-0383f28edfe1" providerId="ADAL" clId="{6CFC2141-1B0A-45D5-9B60-96DCD45AC834}" dt="2026-01-10T16:42:31.046" v="36" actId="14100"/>
          <ac:spMkLst>
            <pc:docMk/>
            <pc:sldMk cId="342545915" sldId="259"/>
            <ac:spMk id="7" creationId="{5CCBA461-DACA-853E-9393-28D37F791F99}"/>
          </ac:spMkLst>
        </pc:spChg>
        <pc:spChg chg="add mod">
          <ac:chgData name="Alex Casson" userId="53cffa54-f866-4b4c-8e51-0383f28edfe1" providerId="ADAL" clId="{6CFC2141-1B0A-45D5-9B60-96DCD45AC834}" dt="2026-01-10T16:42:40.636" v="39" actId="14100"/>
          <ac:spMkLst>
            <pc:docMk/>
            <pc:sldMk cId="342545915" sldId="259"/>
            <ac:spMk id="8" creationId="{207D2AD1-2751-A19C-78A7-A0EB9C823C7A}"/>
          </ac:spMkLst>
        </pc:spChg>
        <pc:picChg chg="add">
          <ac:chgData name="Alex Casson" userId="53cffa54-f866-4b4c-8e51-0383f28edfe1" providerId="ADAL" clId="{6CFC2141-1B0A-45D5-9B60-96DCD45AC834}" dt="2026-01-10T16:22:49.071" v="29" actId="22"/>
          <ac:picMkLst>
            <pc:docMk/>
            <pc:sldMk cId="342545915" sldId="259"/>
            <ac:picMk id="5" creationId="{FB18C9FC-6D7B-6DA6-C90E-D5FC254EA71E}"/>
          </ac:picMkLst>
        </pc:picChg>
      </pc:sldChg>
      <pc:sldMasterChg chg="addSldLayout">
        <pc:chgData name="Alex Casson" userId="53cffa54-f866-4b4c-8e51-0383f28edfe1" providerId="ADAL" clId="{6CFC2141-1B0A-45D5-9B60-96DCD45AC834}" dt="2026-01-09T20:39:15.722" v="0" actId="680"/>
        <pc:sldMasterMkLst>
          <pc:docMk/>
          <pc:sldMasterMk cId="3676468489" sldId="2147483648"/>
        </pc:sldMasterMkLst>
        <pc:sldLayoutChg chg="add">
          <pc:chgData name="Alex Casson" userId="53cffa54-f866-4b4c-8e51-0383f28edfe1" providerId="ADAL" clId="{6CFC2141-1B0A-45D5-9B60-96DCD45AC834}" dt="2026-01-09T20:39:15.722" v="0" actId="680"/>
          <pc:sldLayoutMkLst>
            <pc:docMk/>
            <pc:sldMasterMk cId="3676468489" sldId="2147483648"/>
            <pc:sldLayoutMk cId="2297781749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A7E9D-4BD1-6C1F-DB92-40952D561B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6A01DF-9DB3-A178-4904-154266532A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7781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646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8EC9090-EFFB-450A-241E-963719202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28" y="0"/>
            <a:ext cx="9214544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D6EA96C-5DB2-D8EE-7811-7312AAA8FD42}"/>
              </a:ext>
            </a:extLst>
          </p:cNvPr>
          <p:cNvSpPr/>
          <p:nvPr/>
        </p:nvSpPr>
        <p:spPr>
          <a:xfrm>
            <a:off x="3894118" y="5883965"/>
            <a:ext cx="3277960" cy="70325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3535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40A2C0-7B65-5E8C-99CB-87CC0CE9C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28" y="0"/>
            <a:ext cx="9214544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15DFC9A-4C56-20A9-7B8D-307A4255A754}"/>
              </a:ext>
            </a:extLst>
          </p:cNvPr>
          <p:cNvSpPr/>
          <p:nvPr/>
        </p:nvSpPr>
        <p:spPr>
          <a:xfrm>
            <a:off x="3894118" y="5883965"/>
            <a:ext cx="3277960" cy="70325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755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9DE2761-5838-BD42-9A78-6219D7C9D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28" y="0"/>
            <a:ext cx="9214544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BDA8F1F-2681-B42F-5BBF-BD0C9586759F}"/>
              </a:ext>
            </a:extLst>
          </p:cNvPr>
          <p:cNvSpPr/>
          <p:nvPr/>
        </p:nvSpPr>
        <p:spPr>
          <a:xfrm>
            <a:off x="5373060" y="1113183"/>
            <a:ext cx="5098807" cy="39756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5840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B18C9FC-6D7B-6DA6-C90E-D5FC254EA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28" y="0"/>
            <a:ext cx="9214544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F290C48-B001-19B3-654A-3F95906C9FC9}"/>
              </a:ext>
            </a:extLst>
          </p:cNvPr>
          <p:cNvSpPr/>
          <p:nvPr/>
        </p:nvSpPr>
        <p:spPr>
          <a:xfrm>
            <a:off x="7855890" y="5470498"/>
            <a:ext cx="1685676" cy="42937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CBA461-DACA-853E-9393-28D37F791F99}"/>
              </a:ext>
            </a:extLst>
          </p:cNvPr>
          <p:cNvSpPr/>
          <p:nvPr/>
        </p:nvSpPr>
        <p:spPr>
          <a:xfrm>
            <a:off x="3937223" y="5773973"/>
            <a:ext cx="674534" cy="18950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7D2AD1-2751-A19C-78A7-A0EB9C823C7A}"/>
              </a:ext>
            </a:extLst>
          </p:cNvPr>
          <p:cNvSpPr/>
          <p:nvPr/>
        </p:nvSpPr>
        <p:spPr>
          <a:xfrm>
            <a:off x="2084568" y="2490084"/>
            <a:ext cx="1685676" cy="150942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545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Casson</dc:creator>
  <cp:lastModifiedBy>Alex Casson</cp:lastModifiedBy>
  <cp:revision>1</cp:revision>
  <dcterms:created xsi:type="dcterms:W3CDTF">2026-01-09T20:39:14Z</dcterms:created>
  <dcterms:modified xsi:type="dcterms:W3CDTF">2026-01-10T16:42:51Z</dcterms:modified>
</cp:coreProperties>
</file>