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B4504-D09D-431E-8AD6-F757DAC7C470}" v="24" dt="2026-02-02T10:27:29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7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Casson" userId="53cffa54-f866-4b4c-8e51-0383f28edfe1" providerId="ADAL" clId="{6CFC2141-1B0A-45D5-9B60-96DCD45AC834}"/>
    <pc:docChg chg="undo custSel addSld modSld">
      <pc:chgData name="Alex Casson" userId="53cffa54-f866-4b4c-8e51-0383f28edfe1" providerId="ADAL" clId="{6CFC2141-1B0A-45D5-9B60-96DCD45AC834}" dt="2026-02-02T10:28:17.121" v="302" actId="1076"/>
      <pc:docMkLst>
        <pc:docMk/>
      </pc:docMkLst>
      <pc:sldChg chg="addSp delSp modSp new mod">
        <pc:chgData name="Alex Casson" userId="53cffa54-f866-4b4c-8e51-0383f28edfe1" providerId="ADAL" clId="{6CFC2141-1B0A-45D5-9B60-96DCD45AC834}" dt="2026-01-29T09:57:37.328" v="9" actId="14100"/>
        <pc:sldMkLst>
          <pc:docMk/>
          <pc:sldMk cId="1572136770" sldId="256"/>
        </pc:sldMkLst>
        <pc:spChg chg="add mod">
          <ac:chgData name="Alex Casson" userId="53cffa54-f866-4b4c-8e51-0383f28edfe1" providerId="ADAL" clId="{6CFC2141-1B0A-45D5-9B60-96DCD45AC834}" dt="2026-01-29T09:57:37.328" v="9" actId="14100"/>
          <ac:spMkLst>
            <pc:docMk/>
            <pc:sldMk cId="1572136770" sldId="256"/>
            <ac:spMk id="8" creationId="{43136A35-CD25-1ADA-1E49-8E07CBEE0058}"/>
          </ac:spMkLst>
        </pc:spChg>
        <pc:picChg chg="add">
          <ac:chgData name="Alex Casson" userId="53cffa54-f866-4b4c-8e51-0383f28edfe1" providerId="ADAL" clId="{6CFC2141-1B0A-45D5-9B60-96DCD45AC834}" dt="2026-01-29T09:57:00.902" v="6" actId="22"/>
          <ac:picMkLst>
            <pc:docMk/>
            <pc:sldMk cId="1572136770" sldId="256"/>
            <ac:picMk id="7" creationId="{FCC9BC4E-A610-FCCF-41A8-1A5709393B59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15:53:48.465" v="16" actId="14100"/>
        <pc:sldMkLst>
          <pc:docMk/>
          <pc:sldMk cId="2801128425" sldId="257"/>
        </pc:sldMkLst>
        <pc:spChg chg="add mod">
          <ac:chgData name="Alex Casson" userId="53cffa54-f866-4b4c-8e51-0383f28edfe1" providerId="ADAL" clId="{6CFC2141-1B0A-45D5-9B60-96DCD45AC834}" dt="2026-01-29T15:53:48.465" v="16" actId="14100"/>
          <ac:spMkLst>
            <pc:docMk/>
            <pc:sldMk cId="2801128425" sldId="257"/>
            <ac:spMk id="6" creationId="{F78878A4-4E87-28DA-2E33-96ABC63FD978}"/>
          </ac:spMkLst>
        </pc:spChg>
        <pc:picChg chg="add">
          <ac:chgData name="Alex Casson" userId="53cffa54-f866-4b4c-8e51-0383f28edfe1" providerId="ADAL" clId="{6CFC2141-1B0A-45D5-9B60-96DCD45AC834}" dt="2026-01-29T15:53:31.166" v="13" actId="22"/>
          <ac:picMkLst>
            <pc:docMk/>
            <pc:sldMk cId="2801128425" sldId="257"/>
            <ac:picMk id="5" creationId="{E72A41CA-0D53-88B9-A38C-44D076A026C0}"/>
          </ac:picMkLst>
        </pc:picChg>
      </pc:sldChg>
      <pc:sldChg chg="addSp delSp new mod">
        <pc:chgData name="Alex Casson" userId="53cffa54-f866-4b4c-8e51-0383f28edfe1" providerId="ADAL" clId="{6CFC2141-1B0A-45D5-9B60-96DCD45AC834}" dt="2026-01-29T16:18:15.750" v="20" actId="22"/>
        <pc:sldMkLst>
          <pc:docMk/>
          <pc:sldMk cId="3268756524" sldId="258"/>
        </pc:sldMkLst>
        <pc:picChg chg="add">
          <ac:chgData name="Alex Casson" userId="53cffa54-f866-4b4c-8e51-0383f28edfe1" providerId="ADAL" clId="{6CFC2141-1B0A-45D5-9B60-96DCD45AC834}" dt="2026-01-29T16:18:15.750" v="20" actId="22"/>
          <ac:picMkLst>
            <pc:docMk/>
            <pc:sldMk cId="3268756524" sldId="258"/>
            <ac:picMk id="5" creationId="{6D9AE7B0-5F09-1985-C456-E85F208EB2E3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17:33:30.073" v="30" actId="14100"/>
        <pc:sldMkLst>
          <pc:docMk/>
          <pc:sldMk cId="3640567426" sldId="259"/>
        </pc:sldMkLst>
        <pc:spChg chg="add mod">
          <ac:chgData name="Alex Casson" userId="53cffa54-f866-4b4c-8e51-0383f28edfe1" providerId="ADAL" clId="{6CFC2141-1B0A-45D5-9B60-96DCD45AC834}" dt="2026-01-29T17:33:22.157" v="27" actId="14100"/>
          <ac:spMkLst>
            <pc:docMk/>
            <pc:sldMk cId="3640567426" sldId="259"/>
            <ac:spMk id="6" creationId="{B78132F6-599F-C86D-BC00-7E3D92B2B6A6}"/>
          </ac:spMkLst>
        </pc:spChg>
        <pc:spChg chg="add mod">
          <ac:chgData name="Alex Casson" userId="53cffa54-f866-4b4c-8e51-0383f28edfe1" providerId="ADAL" clId="{6CFC2141-1B0A-45D5-9B60-96DCD45AC834}" dt="2026-01-29T17:33:30.073" v="30" actId="14100"/>
          <ac:spMkLst>
            <pc:docMk/>
            <pc:sldMk cId="3640567426" sldId="259"/>
            <ac:spMk id="7" creationId="{BCDD28B4-F019-D05D-BB40-A6C5839703D6}"/>
          </ac:spMkLst>
        </pc:spChg>
        <pc:picChg chg="add">
          <ac:chgData name="Alex Casson" userId="53cffa54-f866-4b4c-8e51-0383f28edfe1" providerId="ADAL" clId="{6CFC2141-1B0A-45D5-9B60-96DCD45AC834}" dt="2026-01-29T17:33:05.998" v="24" actId="22"/>
          <ac:picMkLst>
            <pc:docMk/>
            <pc:sldMk cId="3640567426" sldId="259"/>
            <ac:picMk id="5" creationId="{3F822432-2610-969C-6212-98BE95D4F867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17:37:14.203" v="39" actId="14100"/>
        <pc:sldMkLst>
          <pc:docMk/>
          <pc:sldMk cId="1551546203" sldId="260"/>
        </pc:sldMkLst>
        <pc:spChg chg="add mod">
          <ac:chgData name="Alex Casson" userId="53cffa54-f866-4b4c-8e51-0383f28edfe1" providerId="ADAL" clId="{6CFC2141-1B0A-45D5-9B60-96DCD45AC834}" dt="2026-01-29T17:37:14.203" v="39" actId="14100"/>
          <ac:spMkLst>
            <pc:docMk/>
            <pc:sldMk cId="1551546203" sldId="260"/>
            <ac:spMk id="6" creationId="{35B83792-77FE-206D-933E-2D893C1F9107}"/>
          </ac:spMkLst>
        </pc:spChg>
        <pc:picChg chg="add">
          <ac:chgData name="Alex Casson" userId="53cffa54-f866-4b4c-8e51-0383f28edfe1" providerId="ADAL" clId="{6CFC2141-1B0A-45D5-9B60-96DCD45AC834}" dt="2026-01-29T17:36:58.762" v="36" actId="22"/>
          <ac:picMkLst>
            <pc:docMk/>
            <pc:sldMk cId="1551546203" sldId="260"/>
            <ac:picMk id="5" creationId="{17E5F0AD-6304-6DC2-A63E-510F2E59F8E5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21:18:11.636" v="80" actId="14100"/>
        <pc:sldMkLst>
          <pc:docMk/>
          <pc:sldMk cId="2541828996" sldId="261"/>
        </pc:sldMkLst>
        <pc:spChg chg="add mod">
          <ac:chgData name="Alex Casson" userId="53cffa54-f866-4b4c-8e51-0383f28edfe1" providerId="ADAL" clId="{6CFC2141-1B0A-45D5-9B60-96DCD45AC834}" dt="2026-01-29T21:18:01.051" v="77" actId="14100"/>
          <ac:spMkLst>
            <pc:docMk/>
            <pc:sldMk cId="2541828996" sldId="261"/>
            <ac:spMk id="2" creationId="{542AFE7C-6814-44F7-1708-6E8ADB129741}"/>
          </ac:spMkLst>
        </pc:spChg>
        <pc:spChg chg="add mod">
          <ac:chgData name="Alex Casson" userId="53cffa54-f866-4b4c-8e51-0383f28edfe1" providerId="ADAL" clId="{6CFC2141-1B0A-45D5-9B60-96DCD45AC834}" dt="2026-01-29T21:18:11.636" v="80" actId="14100"/>
          <ac:spMkLst>
            <pc:docMk/>
            <pc:sldMk cId="2541828996" sldId="261"/>
            <ac:spMk id="3" creationId="{85457E71-E6DE-5303-07ED-EC0477BCB9AE}"/>
          </ac:spMkLst>
        </pc:spChg>
        <pc:picChg chg="add">
          <ac:chgData name="Alex Casson" userId="53cffa54-f866-4b4c-8e51-0383f28edfe1" providerId="ADAL" clId="{6CFC2141-1B0A-45D5-9B60-96DCD45AC834}" dt="2026-01-29T17:52:15.207" v="43" actId="22"/>
          <ac:picMkLst>
            <pc:docMk/>
            <pc:sldMk cId="2541828996" sldId="261"/>
            <ac:picMk id="5" creationId="{9FA5CE8E-A5EE-F9EC-8E42-B0A35FDD08D7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21:19:55.551" v="91" actId="14100"/>
        <pc:sldMkLst>
          <pc:docMk/>
          <pc:sldMk cId="54520846" sldId="262"/>
        </pc:sldMkLst>
        <pc:spChg chg="add mod">
          <ac:chgData name="Alex Casson" userId="53cffa54-f866-4b4c-8e51-0383f28edfe1" providerId="ADAL" clId="{6CFC2141-1B0A-45D5-9B60-96DCD45AC834}" dt="2026-01-29T21:19:32.168" v="85" actId="14100"/>
          <ac:spMkLst>
            <pc:docMk/>
            <pc:sldMk cId="54520846" sldId="262"/>
            <ac:spMk id="2" creationId="{A509FE50-7405-9851-00D1-3DBBDA0C9598}"/>
          </ac:spMkLst>
        </pc:spChg>
        <pc:spChg chg="add mod">
          <ac:chgData name="Alex Casson" userId="53cffa54-f866-4b4c-8e51-0383f28edfe1" providerId="ADAL" clId="{6CFC2141-1B0A-45D5-9B60-96DCD45AC834}" dt="2026-01-29T21:19:55.551" v="91" actId="14100"/>
          <ac:spMkLst>
            <pc:docMk/>
            <pc:sldMk cId="54520846" sldId="262"/>
            <ac:spMk id="3" creationId="{2AA4A025-EE83-285E-0954-53B0F199854D}"/>
          </ac:spMkLst>
        </pc:spChg>
        <pc:picChg chg="add mod">
          <ac:chgData name="Alex Casson" userId="53cffa54-f866-4b4c-8e51-0383f28edfe1" providerId="ADAL" clId="{6CFC2141-1B0A-45D5-9B60-96DCD45AC834}" dt="2026-01-29T21:19:37.578" v="88" actId="1076"/>
          <ac:picMkLst>
            <pc:docMk/>
            <pc:sldMk cId="54520846" sldId="262"/>
            <ac:picMk id="5" creationId="{6CC317C7-1D0B-F7E0-F65A-DC3714816AAE}"/>
          </ac:picMkLst>
        </pc:picChg>
      </pc:sldChg>
      <pc:sldChg chg="addSp delSp new mod">
        <pc:chgData name="Alex Casson" userId="53cffa54-f866-4b4c-8e51-0383f28edfe1" providerId="ADAL" clId="{6CFC2141-1B0A-45D5-9B60-96DCD45AC834}" dt="2026-01-29T18:10:56.791" v="51" actId="22"/>
        <pc:sldMkLst>
          <pc:docMk/>
          <pc:sldMk cId="1704848355" sldId="263"/>
        </pc:sldMkLst>
        <pc:picChg chg="add">
          <ac:chgData name="Alex Casson" userId="53cffa54-f866-4b4c-8e51-0383f28edfe1" providerId="ADAL" clId="{6CFC2141-1B0A-45D5-9B60-96DCD45AC834}" dt="2026-01-29T18:10:56.791" v="51" actId="22"/>
          <ac:picMkLst>
            <pc:docMk/>
            <pc:sldMk cId="1704848355" sldId="263"/>
            <ac:picMk id="5" creationId="{35C23030-3F0A-5C31-F329-C9C375F214A8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19:49:02.096" v="63" actId="14100"/>
        <pc:sldMkLst>
          <pc:docMk/>
          <pc:sldMk cId="2704837370" sldId="264"/>
        </pc:sldMkLst>
        <pc:spChg chg="add mod">
          <ac:chgData name="Alex Casson" userId="53cffa54-f866-4b4c-8e51-0383f28edfe1" providerId="ADAL" clId="{6CFC2141-1B0A-45D5-9B60-96DCD45AC834}" dt="2026-01-29T19:48:44.861" v="58" actId="14100"/>
          <ac:spMkLst>
            <pc:docMk/>
            <pc:sldMk cId="2704837370" sldId="264"/>
            <ac:spMk id="6" creationId="{DE89E891-9F42-2DE2-46E9-1946D95648BB}"/>
          </ac:spMkLst>
        </pc:spChg>
        <pc:spChg chg="add mod">
          <ac:chgData name="Alex Casson" userId="53cffa54-f866-4b4c-8e51-0383f28edfe1" providerId="ADAL" clId="{6CFC2141-1B0A-45D5-9B60-96DCD45AC834}" dt="2026-01-29T19:49:02.096" v="63" actId="14100"/>
          <ac:spMkLst>
            <pc:docMk/>
            <pc:sldMk cId="2704837370" sldId="264"/>
            <ac:spMk id="7" creationId="{9035D671-FE90-A9D1-5569-D76A092763DF}"/>
          </ac:spMkLst>
        </pc:spChg>
        <pc:picChg chg="add mod">
          <ac:chgData name="Alex Casson" userId="53cffa54-f866-4b4c-8e51-0383f28edfe1" providerId="ADAL" clId="{6CFC2141-1B0A-45D5-9B60-96DCD45AC834}" dt="2026-01-29T19:48:49.435" v="61" actId="1076"/>
          <ac:picMkLst>
            <pc:docMk/>
            <pc:sldMk cId="2704837370" sldId="264"/>
            <ac:picMk id="5" creationId="{DA965354-65E5-FFFF-1513-DA58A4F9AF96}"/>
          </ac:picMkLst>
        </pc:picChg>
      </pc:sldChg>
      <pc:sldChg chg="addSp delSp modSp new mod">
        <pc:chgData name="Alex Casson" userId="53cffa54-f866-4b4c-8e51-0383f28edfe1" providerId="ADAL" clId="{6CFC2141-1B0A-45D5-9B60-96DCD45AC834}" dt="2026-01-29T19:54:44.659" v="74" actId="14100"/>
        <pc:sldMkLst>
          <pc:docMk/>
          <pc:sldMk cId="142728032" sldId="265"/>
        </pc:sldMkLst>
        <pc:spChg chg="add mod">
          <ac:chgData name="Alex Casson" userId="53cffa54-f866-4b4c-8e51-0383f28edfe1" providerId="ADAL" clId="{6CFC2141-1B0A-45D5-9B60-96DCD45AC834}" dt="2026-01-29T19:54:44.659" v="74" actId="14100"/>
          <ac:spMkLst>
            <pc:docMk/>
            <pc:sldMk cId="142728032" sldId="265"/>
            <ac:spMk id="6" creationId="{C446B5DA-2872-2858-9A53-F512CBAF7D4A}"/>
          </ac:spMkLst>
        </pc:spChg>
        <pc:picChg chg="add">
          <ac:chgData name="Alex Casson" userId="53cffa54-f866-4b4c-8e51-0383f28edfe1" providerId="ADAL" clId="{6CFC2141-1B0A-45D5-9B60-96DCD45AC834}" dt="2026-01-29T19:49:30.342" v="67" actId="22"/>
          <ac:picMkLst>
            <pc:docMk/>
            <pc:sldMk cId="142728032" sldId="265"/>
            <ac:picMk id="5" creationId="{57C6FBFC-5D57-9D0A-87D3-CE0447A43032}"/>
          </ac:picMkLst>
        </pc:picChg>
      </pc:sldChg>
      <pc:sldChg chg="addSp delSp new mod">
        <pc:chgData name="Alex Casson" userId="53cffa54-f866-4b4c-8e51-0383f28edfe1" providerId="ADAL" clId="{6CFC2141-1B0A-45D5-9B60-96DCD45AC834}" dt="2026-01-29T19:51:23.381" v="71" actId="22"/>
        <pc:sldMkLst>
          <pc:docMk/>
          <pc:sldMk cId="3006331897" sldId="266"/>
        </pc:sldMkLst>
        <pc:picChg chg="add">
          <ac:chgData name="Alex Casson" userId="53cffa54-f866-4b4c-8e51-0383f28edfe1" providerId="ADAL" clId="{6CFC2141-1B0A-45D5-9B60-96DCD45AC834}" dt="2026-01-29T19:51:23.381" v="71" actId="22"/>
          <ac:picMkLst>
            <pc:docMk/>
            <pc:sldMk cId="3006331897" sldId="266"/>
            <ac:picMk id="5" creationId="{2821D313-5255-B5BB-65D3-ECDF71A43845}"/>
          </ac:picMkLst>
        </pc:picChg>
      </pc:sldChg>
      <pc:sldChg chg="addSp delSp modSp new mod">
        <pc:chgData name="Alex Casson" userId="53cffa54-f866-4b4c-8e51-0383f28edfe1" providerId="ADAL" clId="{6CFC2141-1B0A-45D5-9B60-96DCD45AC834}" dt="2026-02-02T10:28:17.121" v="302" actId="1076"/>
        <pc:sldMkLst>
          <pc:docMk/>
          <pc:sldMk cId="1528534992" sldId="267"/>
        </pc:sldMkLst>
        <pc:spChg chg="del">
          <ac:chgData name="Alex Casson" userId="53cffa54-f866-4b4c-8e51-0383f28edfe1" providerId="ADAL" clId="{6CFC2141-1B0A-45D5-9B60-96DCD45AC834}" dt="2026-02-02T10:22:32.881" v="93" actId="478"/>
          <ac:spMkLst>
            <pc:docMk/>
            <pc:sldMk cId="1528534992" sldId="267"/>
            <ac:spMk id="2" creationId="{B40E685B-F57B-22C8-08FE-2686E0274556}"/>
          </ac:spMkLst>
        </pc:spChg>
        <pc:spChg chg="del">
          <ac:chgData name="Alex Casson" userId="53cffa54-f866-4b4c-8e51-0383f28edfe1" providerId="ADAL" clId="{6CFC2141-1B0A-45D5-9B60-96DCD45AC834}" dt="2026-02-02T10:22:33.756" v="94" actId="478"/>
          <ac:spMkLst>
            <pc:docMk/>
            <pc:sldMk cId="1528534992" sldId="267"/>
            <ac:spMk id="3" creationId="{D3074C04-E092-A0B4-0413-864143DE1119}"/>
          </ac:spMkLst>
        </pc:spChg>
        <pc:spChg chg="add mod">
          <ac:chgData name="Alex Casson" userId="53cffa54-f866-4b4c-8e51-0383f28edfe1" providerId="ADAL" clId="{6CFC2141-1B0A-45D5-9B60-96DCD45AC834}" dt="2026-02-02T10:22:54.615" v="98" actId="207"/>
          <ac:spMkLst>
            <pc:docMk/>
            <pc:sldMk cId="1528534992" sldId="267"/>
            <ac:spMk id="4" creationId="{0E80920C-25F0-62B8-481C-D1107B20033D}"/>
          </ac:spMkLst>
        </pc:spChg>
        <pc:spChg chg="add mod">
          <ac:chgData name="Alex Casson" userId="53cffa54-f866-4b4c-8e51-0383f28edfe1" providerId="ADAL" clId="{6CFC2141-1B0A-45D5-9B60-96DCD45AC834}" dt="2026-02-02T10:22:58.544" v="100" actId="1076"/>
          <ac:spMkLst>
            <pc:docMk/>
            <pc:sldMk cId="1528534992" sldId="267"/>
            <ac:spMk id="5" creationId="{709F6859-C80D-4FD4-DBD0-5B238EF3CE6A}"/>
          </ac:spMkLst>
        </pc:spChg>
        <pc:spChg chg="add mod">
          <ac:chgData name="Alex Casson" userId="53cffa54-f866-4b4c-8e51-0383f28edfe1" providerId="ADAL" clId="{6CFC2141-1B0A-45D5-9B60-96DCD45AC834}" dt="2026-02-02T10:23:04.096" v="102" actId="1076"/>
          <ac:spMkLst>
            <pc:docMk/>
            <pc:sldMk cId="1528534992" sldId="267"/>
            <ac:spMk id="6" creationId="{824E0724-C0E4-0815-7F84-6BBC898B1BEF}"/>
          </ac:spMkLst>
        </pc:spChg>
        <pc:spChg chg="add mod">
          <ac:chgData name="Alex Casson" userId="53cffa54-f866-4b4c-8e51-0383f28edfe1" providerId="ADAL" clId="{6CFC2141-1B0A-45D5-9B60-96DCD45AC834}" dt="2026-02-02T10:23:04.096" v="102" actId="1076"/>
          <ac:spMkLst>
            <pc:docMk/>
            <pc:sldMk cId="1528534992" sldId="267"/>
            <ac:spMk id="7" creationId="{D55B557A-998E-6815-E90E-9D5680495116}"/>
          </ac:spMkLst>
        </pc:spChg>
        <pc:spChg chg="add mod">
          <ac:chgData name="Alex Casson" userId="53cffa54-f866-4b4c-8e51-0383f28edfe1" providerId="ADAL" clId="{6CFC2141-1B0A-45D5-9B60-96DCD45AC834}" dt="2026-02-02T10:27:53.877" v="293" actId="207"/>
          <ac:spMkLst>
            <pc:docMk/>
            <pc:sldMk cId="1528534992" sldId="267"/>
            <ac:spMk id="8" creationId="{1A39C9A9-5BF5-9C58-7EED-959C691B810F}"/>
          </ac:spMkLst>
        </pc:spChg>
        <pc:spChg chg="add mod">
          <ac:chgData name="Alex Casson" userId="53cffa54-f866-4b4c-8e51-0383f28edfe1" providerId="ADAL" clId="{6CFC2141-1B0A-45D5-9B60-96DCD45AC834}" dt="2026-02-02T10:27:51.687" v="292" actId="207"/>
          <ac:spMkLst>
            <pc:docMk/>
            <pc:sldMk cId="1528534992" sldId="267"/>
            <ac:spMk id="9" creationId="{B79C595D-F69F-3769-77B8-886EF93488E2}"/>
          </ac:spMkLst>
        </pc:spChg>
        <pc:spChg chg="add mod">
          <ac:chgData name="Alex Casson" userId="53cffa54-f866-4b4c-8e51-0383f28edfe1" providerId="ADAL" clId="{6CFC2141-1B0A-45D5-9B60-96DCD45AC834}" dt="2026-02-02T10:25:28.197" v="199" actId="1076"/>
          <ac:spMkLst>
            <pc:docMk/>
            <pc:sldMk cId="1528534992" sldId="267"/>
            <ac:spMk id="10" creationId="{AFD58522-7AF7-969D-7E5E-25DA0D975BCD}"/>
          </ac:spMkLst>
        </pc:spChg>
        <pc:spChg chg="add mod">
          <ac:chgData name="Alex Casson" userId="53cffa54-f866-4b4c-8e51-0383f28edfe1" providerId="ADAL" clId="{6CFC2141-1B0A-45D5-9B60-96DCD45AC834}" dt="2026-02-02T10:25:48.722" v="218" actId="1076"/>
          <ac:spMkLst>
            <pc:docMk/>
            <pc:sldMk cId="1528534992" sldId="267"/>
            <ac:spMk id="11" creationId="{20E7282C-0F47-AB58-BFFB-0CB5BE5C13EC}"/>
          </ac:spMkLst>
        </pc:spChg>
        <pc:spChg chg="add mod">
          <ac:chgData name="Alex Casson" userId="53cffa54-f866-4b4c-8e51-0383f28edfe1" providerId="ADAL" clId="{6CFC2141-1B0A-45D5-9B60-96DCD45AC834}" dt="2026-02-02T10:26:02.113" v="228" actId="1076"/>
          <ac:spMkLst>
            <pc:docMk/>
            <pc:sldMk cId="1528534992" sldId="267"/>
            <ac:spMk id="12" creationId="{83E8A0A1-C810-EF88-BAC0-26A7F70E82D0}"/>
          </ac:spMkLst>
        </pc:spChg>
        <pc:spChg chg="add mod">
          <ac:chgData name="Alex Casson" userId="53cffa54-f866-4b4c-8e51-0383f28edfe1" providerId="ADAL" clId="{6CFC2141-1B0A-45D5-9B60-96DCD45AC834}" dt="2026-02-02T10:26:25.399" v="246" actId="1076"/>
          <ac:spMkLst>
            <pc:docMk/>
            <pc:sldMk cId="1528534992" sldId="267"/>
            <ac:spMk id="13" creationId="{7D1F9E16-14F4-4B5F-2988-BCED3FBBE974}"/>
          </ac:spMkLst>
        </pc:spChg>
        <pc:spChg chg="add mod">
          <ac:chgData name="Alex Casson" userId="53cffa54-f866-4b4c-8e51-0383f28edfe1" providerId="ADAL" clId="{6CFC2141-1B0A-45D5-9B60-96DCD45AC834}" dt="2026-02-02T10:26:35.483" v="248" actId="1076"/>
          <ac:spMkLst>
            <pc:docMk/>
            <pc:sldMk cId="1528534992" sldId="267"/>
            <ac:spMk id="14" creationId="{06A2BD87-A4B1-7FE3-02BA-6EC21058A10E}"/>
          </ac:spMkLst>
        </pc:spChg>
        <pc:spChg chg="add mod">
          <ac:chgData name="Alex Casson" userId="53cffa54-f866-4b4c-8e51-0383f28edfe1" providerId="ADAL" clId="{6CFC2141-1B0A-45D5-9B60-96DCD45AC834}" dt="2026-02-02T10:26:35.483" v="248" actId="1076"/>
          <ac:spMkLst>
            <pc:docMk/>
            <pc:sldMk cId="1528534992" sldId="267"/>
            <ac:spMk id="15" creationId="{9382A590-C2CF-4770-8639-0F31CA48E7A4}"/>
          </ac:spMkLst>
        </pc:spChg>
        <pc:spChg chg="add mod">
          <ac:chgData name="Alex Casson" userId="53cffa54-f866-4b4c-8e51-0383f28edfe1" providerId="ADAL" clId="{6CFC2141-1B0A-45D5-9B60-96DCD45AC834}" dt="2026-02-02T10:26:35.483" v="248" actId="1076"/>
          <ac:spMkLst>
            <pc:docMk/>
            <pc:sldMk cId="1528534992" sldId="267"/>
            <ac:spMk id="16" creationId="{E2246CFA-33E2-A411-E64B-FE430921D8C8}"/>
          </ac:spMkLst>
        </pc:spChg>
        <pc:spChg chg="add mod">
          <ac:chgData name="Alex Casson" userId="53cffa54-f866-4b4c-8e51-0383f28edfe1" providerId="ADAL" clId="{6CFC2141-1B0A-45D5-9B60-96DCD45AC834}" dt="2026-02-02T10:26:35.483" v="248" actId="1076"/>
          <ac:spMkLst>
            <pc:docMk/>
            <pc:sldMk cId="1528534992" sldId="267"/>
            <ac:spMk id="17" creationId="{EE901CE7-E7AD-EBA3-7E5F-FDA198A41859}"/>
          </ac:spMkLst>
        </pc:spChg>
        <pc:spChg chg="add mod">
          <ac:chgData name="Alex Casson" userId="53cffa54-f866-4b4c-8e51-0383f28edfe1" providerId="ADAL" clId="{6CFC2141-1B0A-45D5-9B60-96DCD45AC834}" dt="2026-02-02T10:27:56.146" v="294" actId="207"/>
          <ac:spMkLst>
            <pc:docMk/>
            <pc:sldMk cId="1528534992" sldId="267"/>
            <ac:spMk id="18" creationId="{271D6637-4CF2-FB9F-DC16-BC69DCD31819}"/>
          </ac:spMkLst>
        </pc:spChg>
        <pc:spChg chg="add mod">
          <ac:chgData name="Alex Casson" userId="53cffa54-f866-4b4c-8e51-0383f28edfe1" providerId="ADAL" clId="{6CFC2141-1B0A-45D5-9B60-96DCD45AC834}" dt="2026-02-02T10:27:58.841" v="295" actId="207"/>
          <ac:spMkLst>
            <pc:docMk/>
            <pc:sldMk cId="1528534992" sldId="267"/>
            <ac:spMk id="19" creationId="{94B7F7E7-8581-8188-9E60-C3D5C18C3A41}"/>
          </ac:spMkLst>
        </pc:spChg>
        <pc:spChg chg="add mod">
          <ac:chgData name="Alex Casson" userId="53cffa54-f866-4b4c-8e51-0383f28edfe1" providerId="ADAL" clId="{6CFC2141-1B0A-45D5-9B60-96DCD45AC834}" dt="2026-02-02T10:27:22.337" v="284" actId="1076"/>
          <ac:spMkLst>
            <pc:docMk/>
            <pc:sldMk cId="1528534992" sldId="267"/>
            <ac:spMk id="20" creationId="{AFCA186E-08EB-C172-B78E-02A2557BA0EE}"/>
          </ac:spMkLst>
        </pc:spChg>
        <pc:spChg chg="add mod">
          <ac:chgData name="Alex Casson" userId="53cffa54-f866-4b4c-8e51-0383f28edfe1" providerId="ADAL" clId="{6CFC2141-1B0A-45D5-9B60-96DCD45AC834}" dt="2026-02-02T10:28:04.661" v="297" actId="1076"/>
          <ac:spMkLst>
            <pc:docMk/>
            <pc:sldMk cId="1528534992" sldId="267"/>
            <ac:spMk id="21" creationId="{C1AF7830-87E6-753B-1C25-49E9640BBBC7}"/>
          </ac:spMkLst>
        </pc:spChg>
        <pc:spChg chg="add mod">
          <ac:chgData name="Alex Casson" userId="53cffa54-f866-4b4c-8e51-0383f28edfe1" providerId="ADAL" clId="{6CFC2141-1B0A-45D5-9B60-96DCD45AC834}" dt="2026-02-02T10:28:17.121" v="302" actId="1076"/>
          <ac:spMkLst>
            <pc:docMk/>
            <pc:sldMk cId="1528534992" sldId="267"/>
            <ac:spMk id="22" creationId="{B40DE573-678A-37F0-7155-EC92C6003AD2}"/>
          </ac:spMkLst>
        </pc:spChg>
        <pc:spChg chg="add mod">
          <ac:chgData name="Alex Casson" userId="53cffa54-f866-4b4c-8e51-0383f28edfe1" providerId="ADAL" clId="{6CFC2141-1B0A-45D5-9B60-96DCD45AC834}" dt="2026-02-02T10:28:09.543" v="300" actId="1076"/>
          <ac:spMkLst>
            <pc:docMk/>
            <pc:sldMk cId="1528534992" sldId="267"/>
            <ac:spMk id="23" creationId="{54E973BF-DB8E-5873-578E-25C0C1A52AF0}"/>
          </ac:spMkLst>
        </pc:spChg>
        <pc:spChg chg="add mod">
          <ac:chgData name="Alex Casson" userId="53cffa54-f866-4b4c-8e51-0383f28edfe1" providerId="ADAL" clId="{6CFC2141-1B0A-45D5-9B60-96DCD45AC834}" dt="2026-02-02T10:27:00.350" v="266" actId="14100"/>
          <ac:spMkLst>
            <pc:docMk/>
            <pc:sldMk cId="1528534992" sldId="267"/>
            <ac:spMk id="24" creationId="{1C6BD35A-CC82-9022-32E9-EC81138C14FA}"/>
          </ac:spMkLst>
        </pc:spChg>
        <pc:spChg chg="add mod">
          <ac:chgData name="Alex Casson" userId="53cffa54-f866-4b4c-8e51-0383f28edfe1" providerId="ADAL" clId="{6CFC2141-1B0A-45D5-9B60-96DCD45AC834}" dt="2026-02-02T10:27:16.587" v="281" actId="14100"/>
          <ac:spMkLst>
            <pc:docMk/>
            <pc:sldMk cId="1528534992" sldId="267"/>
            <ac:spMk id="25" creationId="{D8D575BC-29AF-3221-2C44-46FB9B3AB950}"/>
          </ac:spMkLst>
        </pc:spChg>
        <pc:spChg chg="add mod">
          <ac:chgData name="Alex Casson" userId="53cffa54-f866-4b4c-8e51-0383f28edfe1" providerId="ADAL" clId="{6CFC2141-1B0A-45D5-9B60-96DCD45AC834}" dt="2026-02-02T10:27:40.685" v="290" actId="1076"/>
          <ac:spMkLst>
            <pc:docMk/>
            <pc:sldMk cId="1528534992" sldId="267"/>
            <ac:spMk id="26" creationId="{FF0828E6-11EB-8CC2-4DD9-A759FD63071E}"/>
          </ac:spMkLst>
        </pc:spChg>
        <pc:spChg chg="add mod">
          <ac:chgData name="Alex Casson" userId="53cffa54-f866-4b4c-8e51-0383f28edfe1" providerId="ADAL" clId="{6CFC2141-1B0A-45D5-9B60-96DCD45AC834}" dt="2026-02-02T10:27:45.120" v="291" actId="1076"/>
          <ac:spMkLst>
            <pc:docMk/>
            <pc:sldMk cId="1528534992" sldId="267"/>
            <ac:spMk id="27" creationId="{B8D47279-2A82-F388-FF5C-9C55627C59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EEDD-0CF2-2EA2-7A31-84B1965D8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550AA-A89A-63A6-E1C9-83B14CD6E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4169-6B67-730B-7321-B3D4C40AE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D96B-EB85-A8B7-5B20-DD7AB073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4E1E-C89B-909F-539D-26915401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40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9148-FA69-7F63-778E-A9A8EB9D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4410-0750-3D85-AFC0-10AF0E8D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3DE2D-CFAB-FC96-FC90-0E14DF0C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5732F-54D7-A52D-7DFE-DC93DDA8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1FE68-0B49-B64F-F5C2-DC9F32C4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90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DAD9-40D0-43A9-AB83-58B1B295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22A44-0B72-DEB6-8987-95748F9AA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2B76-D7D8-FA21-F0AA-76F9B5D1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E1D8-E320-6211-DBB3-193320F75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0FCE7-68BF-9B33-2FDC-ED26880F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16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36DB-96E8-315A-D031-12751F47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27042-45C3-3915-3619-AF2CD3A45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5E012-D648-9138-8805-6DCE863B8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B4D04-E536-B721-6025-A79FAFFB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160DC-4DD0-806E-DC59-C02B7147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20F4C-7599-2F62-27AF-E2255976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55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869C-6909-8424-CA93-3C2B1D6A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0C2D7-A2E8-CD2D-7FC8-197E6E702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4F27A-1587-9159-8785-36EDEBC71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077D4-8628-BED2-08DD-C65D730F9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7E131-2E35-6454-BB71-561F84BA7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21748-47E8-B06F-9946-14D25D2F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7D7D74-1DC3-C321-78C7-760CA83CD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56F6E1-AA96-C5F9-5FEB-7DCD2570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25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5ACD-3D5D-3642-DED8-B3B62102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3A71A-10B4-8467-C37F-EA822026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4EEC7-3AAD-C4F0-63FC-DC7C35FD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F876E-E65E-BD52-2AAB-C08C9B72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52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258807-A6AE-5596-CC82-751E5C07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5DEB9-F371-1207-8FB1-3711738B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3A590-EC2E-8C90-9666-3F601D26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16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8C2A-223D-7864-926D-CB740103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1370-B058-1CED-FB3C-6473D8344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2D335-B381-D958-6D80-00C580ABC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71161-1F89-35C9-8B79-FD0A133F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F8D7D-D699-0A3B-9D3D-6C4A1259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F4753-5C2B-5BD0-C597-FF866872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62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C610-FB84-FEE2-85B1-4920E7CD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7F2E0-7D1B-74EE-9C8F-426D57BE8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A679F-9575-E5C9-2AE9-39E1D88ED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A9EBB-0B3B-6148-ADBB-7001A82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0EBC9-9808-E6AA-F577-C6A51D01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F350A-BEF0-8995-D11D-04276B8B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50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0328-AA1F-4D2D-4C02-887DF792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6E91B-471A-8FDD-2129-A9832F0FA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52C4E-9CB0-0071-226B-00E5ED38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99ED-62B7-B9D1-E718-AB959838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69662-522D-2CE5-B5D1-19E48083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67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7518E-AD85-D5D3-3618-D83817B59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91C8F-6511-C53D-A944-D6D127B3F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6B4D-F761-8A98-8E8F-3CC25F0C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6A05-C2B4-52A9-EFFC-BFDA7A4B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528F0-4CFE-01FA-7CFC-4A9274B2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9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AF4E0-7486-F91E-A57E-61A1BC24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B652B-D29C-809B-FB0F-0B3653184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D0590-B86E-EA63-5C38-0F50CCCF8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90B98-9E99-40A0-87D1-54F4D3628ABF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B30C-9945-74C1-D736-B724FAA5E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E953E-8DEB-B566-3344-06A86AEC9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3FABF-F5CA-48A4-8792-16BDD59E50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71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C9BC4E-A610-FCCF-41A8-1A570939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93" y="0"/>
            <a:ext cx="954121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136A35-CD25-1ADA-1E49-8E07CBEE0058}"/>
              </a:ext>
            </a:extLst>
          </p:cNvPr>
          <p:cNvSpPr/>
          <p:nvPr/>
        </p:nvSpPr>
        <p:spPr>
          <a:xfrm>
            <a:off x="1867135" y="2746595"/>
            <a:ext cx="1935411" cy="15610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13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2A41CA-0D53-88B9-A38C-44D076A02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93" y="0"/>
            <a:ext cx="954121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8878A4-4E87-28DA-2E33-96ABC63FD978}"/>
              </a:ext>
            </a:extLst>
          </p:cNvPr>
          <p:cNvSpPr/>
          <p:nvPr/>
        </p:nvSpPr>
        <p:spPr>
          <a:xfrm>
            <a:off x="3917391" y="5739826"/>
            <a:ext cx="2504840" cy="22520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12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9AE7B0-5F09-1985-C456-E85F208E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2" y="0"/>
            <a:ext cx="108139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5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822432-2610-969C-6212-98BE95D4F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2" y="0"/>
            <a:ext cx="1081391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8132F6-599F-C86D-BC00-7E3D92B2B6A6}"/>
              </a:ext>
            </a:extLst>
          </p:cNvPr>
          <p:cNvSpPr/>
          <p:nvPr/>
        </p:nvSpPr>
        <p:spPr>
          <a:xfrm>
            <a:off x="10044112" y="6643688"/>
            <a:ext cx="335755" cy="21431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D28B4-F019-D05D-BB40-A6C5839703D6}"/>
              </a:ext>
            </a:extLst>
          </p:cNvPr>
          <p:cNvSpPr/>
          <p:nvPr/>
        </p:nvSpPr>
        <p:spPr>
          <a:xfrm>
            <a:off x="8959569" y="2646582"/>
            <a:ext cx="2504840" cy="38951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56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E5F0AD-6304-6DC2-A63E-510F2E59F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2" y="0"/>
            <a:ext cx="1081391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B83792-77FE-206D-933E-2D893C1F9107}"/>
              </a:ext>
            </a:extLst>
          </p:cNvPr>
          <p:cNvSpPr/>
          <p:nvPr/>
        </p:nvSpPr>
        <p:spPr>
          <a:xfrm>
            <a:off x="3788804" y="1453576"/>
            <a:ext cx="2504840" cy="46809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54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A5CE8E-A5EE-F9EC-8E42-B0A35FDD0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2" y="0"/>
            <a:ext cx="1081391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2AFE7C-6814-44F7-1708-6E8ADB129741}"/>
              </a:ext>
            </a:extLst>
          </p:cNvPr>
          <p:cNvSpPr/>
          <p:nvPr/>
        </p:nvSpPr>
        <p:spPr>
          <a:xfrm>
            <a:off x="8281291" y="1"/>
            <a:ext cx="445266" cy="33130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57E71-E6DE-5303-07ED-EC0477BCB9AE}"/>
              </a:ext>
            </a:extLst>
          </p:cNvPr>
          <p:cNvSpPr/>
          <p:nvPr/>
        </p:nvSpPr>
        <p:spPr>
          <a:xfrm>
            <a:off x="8605969" y="5502115"/>
            <a:ext cx="2771022" cy="103783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828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C317C7-1D0B-F7E0-F65A-DC3714816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42" y="0"/>
            <a:ext cx="1081391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09FE50-7405-9851-00D1-3DBBDA0C9598}"/>
              </a:ext>
            </a:extLst>
          </p:cNvPr>
          <p:cNvSpPr/>
          <p:nvPr/>
        </p:nvSpPr>
        <p:spPr>
          <a:xfrm>
            <a:off x="3782177" y="916863"/>
            <a:ext cx="4102865" cy="138238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A4A025-EE83-285E-0954-53B0F199854D}"/>
              </a:ext>
            </a:extLst>
          </p:cNvPr>
          <p:cNvSpPr/>
          <p:nvPr/>
        </p:nvSpPr>
        <p:spPr>
          <a:xfrm>
            <a:off x="6029739" y="3898602"/>
            <a:ext cx="477078" cy="4613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2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C23030-3F0A-5C31-F329-C9C375F2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0"/>
            <a:ext cx="1036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4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965354-65E5-FFFF-1513-DA58A4F9A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0"/>
            <a:ext cx="1036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89E891-9F42-2DE2-46E9-1946D95648BB}"/>
              </a:ext>
            </a:extLst>
          </p:cNvPr>
          <p:cNvSpPr/>
          <p:nvPr/>
        </p:nvSpPr>
        <p:spPr>
          <a:xfrm>
            <a:off x="8444284" y="6144846"/>
            <a:ext cx="568705" cy="33546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5D671-FE90-A9D1-5569-D76A092763DF}"/>
              </a:ext>
            </a:extLst>
          </p:cNvPr>
          <p:cNvSpPr/>
          <p:nvPr/>
        </p:nvSpPr>
        <p:spPr>
          <a:xfrm>
            <a:off x="8583440" y="5876014"/>
            <a:ext cx="2055405" cy="2688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83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C6FBFC-5D57-9D0A-87D3-CE0447A43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0"/>
            <a:ext cx="10368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46B5DA-2872-2858-9A53-F512CBAF7D4A}"/>
              </a:ext>
            </a:extLst>
          </p:cNvPr>
          <p:cNvSpPr/>
          <p:nvPr/>
        </p:nvSpPr>
        <p:spPr>
          <a:xfrm>
            <a:off x="2421179" y="421419"/>
            <a:ext cx="6110571" cy="24649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28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21D313-5255-B5BB-65D3-ECDF71A4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00" y="0"/>
            <a:ext cx="1036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3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80920C-25F0-62B8-481C-D1107B20033D}"/>
              </a:ext>
            </a:extLst>
          </p:cNvPr>
          <p:cNvSpPr/>
          <p:nvPr/>
        </p:nvSpPr>
        <p:spPr>
          <a:xfrm>
            <a:off x="3454401" y="3325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F6859-C80D-4FD4-DBD0-5B238EF3CE6A}"/>
              </a:ext>
            </a:extLst>
          </p:cNvPr>
          <p:cNvSpPr/>
          <p:nvPr/>
        </p:nvSpPr>
        <p:spPr>
          <a:xfrm>
            <a:off x="4614971" y="3325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E0724-C0E4-0815-7F84-6BBC898B1BEF}"/>
              </a:ext>
            </a:extLst>
          </p:cNvPr>
          <p:cNvSpPr/>
          <p:nvPr/>
        </p:nvSpPr>
        <p:spPr>
          <a:xfrm>
            <a:off x="3454401" y="2309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B557A-998E-6815-E90E-9D5680495116}"/>
              </a:ext>
            </a:extLst>
          </p:cNvPr>
          <p:cNvSpPr/>
          <p:nvPr/>
        </p:nvSpPr>
        <p:spPr>
          <a:xfrm>
            <a:off x="4614971" y="2309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9C9A9-5BF5-9C58-7EED-959C691B810F}"/>
              </a:ext>
            </a:extLst>
          </p:cNvPr>
          <p:cNvSpPr txBox="1"/>
          <p:nvPr/>
        </p:nvSpPr>
        <p:spPr>
          <a:xfrm rot="16200000">
            <a:off x="2329237" y="3140425"/>
            <a:ext cx="18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Ground truth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C595D-F69F-3769-77B8-886EF93488E2}"/>
              </a:ext>
            </a:extLst>
          </p:cNvPr>
          <p:cNvSpPr txBox="1"/>
          <p:nvPr/>
        </p:nvSpPr>
        <p:spPr>
          <a:xfrm>
            <a:off x="3674473" y="1939759"/>
            <a:ext cx="18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Model prediction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58522-7AF7-969D-7E5E-25DA0D975BCD}"/>
              </a:ext>
            </a:extLst>
          </p:cNvPr>
          <p:cNvSpPr txBox="1"/>
          <p:nvPr/>
        </p:nvSpPr>
        <p:spPr>
          <a:xfrm>
            <a:off x="3454401" y="2326259"/>
            <a:ext cx="1160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True Positive (TP)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E7282C-0F47-AB58-BFFB-0CB5BE5C13EC}"/>
              </a:ext>
            </a:extLst>
          </p:cNvPr>
          <p:cNvSpPr txBox="1"/>
          <p:nvPr/>
        </p:nvSpPr>
        <p:spPr>
          <a:xfrm>
            <a:off x="4614971" y="2326259"/>
            <a:ext cx="1160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False Negative (FN)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8A0A1-C810-EF88-BAC0-26A7F70E82D0}"/>
              </a:ext>
            </a:extLst>
          </p:cNvPr>
          <p:cNvSpPr txBox="1"/>
          <p:nvPr/>
        </p:nvSpPr>
        <p:spPr>
          <a:xfrm>
            <a:off x="3454401" y="3371426"/>
            <a:ext cx="1160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False Positive (FP)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1F9E16-14F4-4B5F-2988-BCED3FBBE974}"/>
              </a:ext>
            </a:extLst>
          </p:cNvPr>
          <p:cNvSpPr txBox="1"/>
          <p:nvPr/>
        </p:nvSpPr>
        <p:spPr>
          <a:xfrm>
            <a:off x="4614971" y="3371426"/>
            <a:ext cx="1160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True Negative (TN)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A2BD87-A4B1-7FE3-02BA-6EC21058A10E}"/>
              </a:ext>
            </a:extLst>
          </p:cNvPr>
          <p:cNvSpPr/>
          <p:nvPr/>
        </p:nvSpPr>
        <p:spPr>
          <a:xfrm>
            <a:off x="6751783" y="3325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82A590-C2CF-4770-8639-0F31CA48E7A4}"/>
              </a:ext>
            </a:extLst>
          </p:cNvPr>
          <p:cNvSpPr/>
          <p:nvPr/>
        </p:nvSpPr>
        <p:spPr>
          <a:xfrm>
            <a:off x="7912353" y="3325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246CFA-33E2-A411-E64B-FE430921D8C8}"/>
              </a:ext>
            </a:extLst>
          </p:cNvPr>
          <p:cNvSpPr/>
          <p:nvPr/>
        </p:nvSpPr>
        <p:spPr>
          <a:xfrm>
            <a:off x="6751783" y="2309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901CE7-E7AD-EBA3-7E5F-FDA198A41859}"/>
              </a:ext>
            </a:extLst>
          </p:cNvPr>
          <p:cNvSpPr/>
          <p:nvPr/>
        </p:nvSpPr>
        <p:spPr>
          <a:xfrm>
            <a:off x="7912353" y="2309091"/>
            <a:ext cx="1160570" cy="1016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1D6637-4CF2-FB9F-DC16-BC69DCD31819}"/>
              </a:ext>
            </a:extLst>
          </p:cNvPr>
          <p:cNvSpPr txBox="1"/>
          <p:nvPr/>
        </p:nvSpPr>
        <p:spPr>
          <a:xfrm rot="16200000">
            <a:off x="5323164" y="3140424"/>
            <a:ext cx="18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Ground truth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B7F7E7-8581-8188-9E60-C3D5C18C3A41}"/>
              </a:ext>
            </a:extLst>
          </p:cNvPr>
          <p:cNvSpPr txBox="1"/>
          <p:nvPr/>
        </p:nvSpPr>
        <p:spPr>
          <a:xfrm>
            <a:off x="6971855" y="1570427"/>
            <a:ext cx="18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Model prediction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CA186E-08EB-C172-B78E-02A2557BA0EE}"/>
              </a:ext>
            </a:extLst>
          </p:cNvPr>
          <p:cNvSpPr txBox="1"/>
          <p:nvPr/>
        </p:nvSpPr>
        <p:spPr>
          <a:xfrm>
            <a:off x="6751783" y="2603258"/>
            <a:ext cx="116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AF7830-87E6-753B-1C25-49E9640BBBC7}"/>
              </a:ext>
            </a:extLst>
          </p:cNvPr>
          <p:cNvSpPr txBox="1"/>
          <p:nvPr/>
        </p:nvSpPr>
        <p:spPr>
          <a:xfrm>
            <a:off x="7912353" y="2626426"/>
            <a:ext cx="116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0DE573-678A-37F0-7155-EC92C6003AD2}"/>
              </a:ext>
            </a:extLst>
          </p:cNvPr>
          <p:cNvSpPr txBox="1"/>
          <p:nvPr/>
        </p:nvSpPr>
        <p:spPr>
          <a:xfrm>
            <a:off x="6751783" y="3619258"/>
            <a:ext cx="116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E973BF-DB8E-5873-578E-25C0C1A52AF0}"/>
              </a:ext>
            </a:extLst>
          </p:cNvPr>
          <p:cNvSpPr txBox="1"/>
          <p:nvPr/>
        </p:nvSpPr>
        <p:spPr>
          <a:xfrm>
            <a:off x="7912353" y="3619258"/>
            <a:ext cx="116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6BD35A-CC82-9022-32E9-EC81138C14FA}"/>
              </a:ext>
            </a:extLst>
          </p:cNvPr>
          <p:cNvSpPr txBox="1"/>
          <p:nvPr/>
        </p:nvSpPr>
        <p:spPr>
          <a:xfrm>
            <a:off x="6751783" y="1939759"/>
            <a:ext cx="116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Flower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575BC-29AF-3221-2C44-46FB9B3AB950}"/>
              </a:ext>
            </a:extLst>
          </p:cNvPr>
          <p:cNvSpPr txBox="1"/>
          <p:nvPr/>
        </p:nvSpPr>
        <p:spPr>
          <a:xfrm>
            <a:off x="7912353" y="1933760"/>
            <a:ext cx="123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Not flower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0828E6-11EB-8CC2-4DD9-A759FD63071E}"/>
              </a:ext>
            </a:extLst>
          </p:cNvPr>
          <p:cNvSpPr txBox="1"/>
          <p:nvPr/>
        </p:nvSpPr>
        <p:spPr>
          <a:xfrm rot="16200000">
            <a:off x="5986832" y="2632425"/>
            <a:ext cx="1160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Flower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D47279-2A82-F388-FF5C-9C55627C5918}"/>
              </a:ext>
            </a:extLst>
          </p:cNvPr>
          <p:cNvSpPr txBox="1"/>
          <p:nvPr/>
        </p:nvSpPr>
        <p:spPr>
          <a:xfrm rot="16200000">
            <a:off x="5951293" y="3661399"/>
            <a:ext cx="123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Not flower</a:t>
            </a:r>
          </a:p>
        </p:txBody>
      </p:sp>
    </p:spTree>
    <p:extLst>
      <p:ext uri="{BB962C8B-B14F-4D97-AF65-F5344CB8AC3E}">
        <p14:creationId xmlns:p14="http://schemas.microsoft.com/office/powerpoint/2010/main" val="152853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Casson</dc:creator>
  <cp:lastModifiedBy>Alex Casson</cp:lastModifiedBy>
  <cp:revision>1</cp:revision>
  <dcterms:created xsi:type="dcterms:W3CDTF">2026-01-29T09:56:10Z</dcterms:created>
  <dcterms:modified xsi:type="dcterms:W3CDTF">2026-02-02T10:28:18Z</dcterms:modified>
</cp:coreProperties>
</file>